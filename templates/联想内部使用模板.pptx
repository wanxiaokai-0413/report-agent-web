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4"/>
  </p:notesMasterIdLst>
  <p:handoutMasterIdLst>
    <p:handoutMasterId r:id="rId35"/>
  </p:handoutMasterIdLst>
  <p:sldIdLst>
    <p:sldId id="2147480421" r:id="rId5"/>
    <p:sldId id="2147480422" r:id="rId6"/>
    <p:sldId id="2147480423" r:id="rId7"/>
    <p:sldId id="2147480424" r:id="rId8"/>
    <p:sldId id="2147480425" r:id="rId9"/>
    <p:sldId id="2147480426" r:id="rId10"/>
    <p:sldId id="2147480427" r:id="rId11"/>
    <p:sldId id="2147480428" r:id="rId12"/>
    <p:sldId id="2147480429" r:id="rId13"/>
    <p:sldId id="2147480430" r:id="rId14"/>
    <p:sldId id="2147480431" r:id="rId15"/>
    <p:sldId id="2147480432" r:id="rId16"/>
    <p:sldId id="2147480433" r:id="rId17"/>
    <p:sldId id="2147480434" r:id="rId18"/>
    <p:sldId id="376" r:id="rId19"/>
    <p:sldId id="373" r:id="rId20"/>
    <p:sldId id="2147480416" r:id="rId21"/>
    <p:sldId id="2147480413" r:id="rId22"/>
    <p:sldId id="2147480365" r:id="rId23"/>
    <p:sldId id="2147480364" r:id="rId24"/>
    <p:sldId id="2147480420" r:id="rId25"/>
    <p:sldId id="379" r:id="rId26"/>
    <p:sldId id="380" r:id="rId27"/>
    <p:sldId id="318" r:id="rId28"/>
    <p:sldId id="319" r:id="rId29"/>
    <p:sldId id="383" r:id="rId30"/>
    <p:sldId id="377" r:id="rId31"/>
    <p:sldId id="381" r:id="rId32"/>
    <p:sldId id="364" r:id="rId3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
          <p15:clr>
            <a:srgbClr val="A4A3A4"/>
          </p15:clr>
        </p15:guide>
        <p15:guide id="2" orient="horz" pos="4212">
          <p15:clr>
            <a:srgbClr val="A4A3A4"/>
          </p15:clr>
        </p15:guide>
        <p15:guide id="3" orient="horz" pos="3887">
          <p15:clr>
            <a:srgbClr val="A4A3A4"/>
          </p15:clr>
        </p15:guide>
        <p15:guide id="4" pos="3943">
          <p15:clr>
            <a:srgbClr val="A4A3A4"/>
          </p15:clr>
        </p15:guide>
        <p15:guide id="5" pos="2279">
          <p15:clr>
            <a:srgbClr val="A4A3A4"/>
          </p15:clr>
        </p15:guide>
        <p15:guide id="6" pos="545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E9F2"/>
    <a:srgbClr val="1E0113"/>
    <a:srgbClr val="4D144A"/>
    <a:srgbClr val="64131E"/>
    <a:srgbClr val="F5EAF3"/>
    <a:srgbClr val="EEE8F1"/>
    <a:srgbClr val="F0E5EF"/>
    <a:srgbClr val="FAF3F8"/>
    <a:srgbClr val="FBD3CC"/>
    <a:srgbClr val="E3C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00" autoAdjust="0"/>
  </p:normalViewPr>
  <p:slideViewPr>
    <p:cSldViewPr snapToGrid="0">
      <p:cViewPr varScale="1">
        <p:scale>
          <a:sx n="63" d="100"/>
          <a:sy n="63" d="100"/>
        </p:scale>
        <p:origin x="804" y="52"/>
      </p:cViewPr>
      <p:guideLst>
        <p:guide orient="horz" pos="463"/>
        <p:guide orient="horz" pos="4212"/>
        <p:guide orient="horz" pos="3887"/>
        <p:guide pos="3943"/>
        <p:guide pos="2279"/>
        <p:guide pos="5452"/>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sz="1000">
              <a:latin typeface="Arial" pitchFamily="34" charset="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1C0EDC-3B04-4D43-AC98-A606493C474D}" type="datetimeFigureOut">
              <a:rPr lang="en-US" sz="1000" smtClean="0">
                <a:latin typeface="Arial" pitchFamily="34" charset="0"/>
                <a:cs typeface="Arial" pitchFamily="34" charset="0"/>
              </a:rPr>
              <a:pPr/>
              <a:t>7/13/2026</a:t>
            </a:fld>
            <a:endParaRPr lang="en-US" sz="1000">
              <a:latin typeface="Arial" pitchFamily="34" charset="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lvl="0"/>
            <a:r>
              <a:rPr lang="en-US" sz="800" cap="all">
                <a:solidFill>
                  <a:srgbClr val="939598"/>
                </a:solidFill>
                <a:latin typeface="Arial" pitchFamily="34" charset="0"/>
                <a:cs typeface="Arial" pitchFamily="34" charset="0"/>
              </a:rPr>
              <a:t>2011 LENOVO CONFIDENTIAL. All rights reserved.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27F3538-DD9D-4F25-8311-592750C50641}" type="slidenum">
              <a:rPr lang="en-US" sz="800" smtClean="0">
                <a:latin typeface="Arial" pitchFamily="34" charset="0"/>
                <a:cs typeface="Arial" pitchFamily="34" charset="0"/>
              </a:rPr>
              <a:pPr/>
              <a:t>‹#›</a:t>
            </a:fld>
            <a:endParaRPr lang="en-US" sz="800">
              <a:latin typeface="Arial" pitchFamily="34" charset="0"/>
              <a:cs typeface="Arial" pitchFamily="34" charset="0"/>
            </a:endParaRPr>
          </a:p>
        </p:txBody>
      </p:sp>
    </p:spTree>
    <p:extLst>
      <p:ext uri="{BB962C8B-B14F-4D97-AF65-F5344CB8AC3E}">
        <p14:creationId xmlns:p14="http://schemas.microsoft.com/office/powerpoint/2010/main" val="252915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Arial" pitchFamily="34" charset="0"/>
                <a:cs typeface="Arial"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Arial" pitchFamily="34" charset="0"/>
                <a:cs typeface="Arial" pitchFamily="34" charset="0"/>
              </a:defRPr>
            </a:lvl1pPr>
          </a:lstStyle>
          <a:p>
            <a:fld id="{F23CF275-28B3-497F-9AED-85D5F023BA5C}" type="datetimeFigureOut">
              <a:rPr lang="en-US" smtClean="0"/>
              <a:pPr/>
              <a:t>7/13/2026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Arial" pitchFamily="34" charset="0"/>
                <a:cs typeface="Arial" pitchFamily="34" charset="0"/>
              </a:defRPr>
            </a:lvl1pPr>
          </a:lstStyle>
          <a:p>
            <a:r>
              <a:rPr lang="en-US" sz="800" cap="all">
                <a:solidFill>
                  <a:srgbClr val="939598"/>
                </a:solidFill>
              </a:rPr>
              <a:t>2011 LENOVO CONFIDENTIAL. All rights reserved.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4AED87EB-65D7-4500-873C-410831173A82}" type="slidenum">
              <a:rPr lang="en-US" smtClean="0"/>
              <a:pPr/>
              <a:t>‹#›</a:t>
            </a:fld>
            <a:endParaRPr lang="en-US"/>
          </a:p>
        </p:txBody>
      </p:sp>
    </p:spTree>
    <p:extLst>
      <p:ext uri="{BB962C8B-B14F-4D97-AF65-F5344CB8AC3E}">
        <p14:creationId xmlns:p14="http://schemas.microsoft.com/office/powerpoint/2010/main" val="369331368"/>
      </p:ext>
    </p:extLst>
  </p:cSld>
  <p:clrMap bg1="lt1" tx1="dk1" bg2="lt2" tx2="dk2" accent1="accent1" accent2="accent2" accent3="accent3" accent4="accent4" accent5="accent5" accent6="accent6" hlink="hlink" folHlink="folHlink"/>
  <p:hf hdr="0" ftr="0" dt="0"/>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&gt; New &gt; Lenovo tab to find the pre-loaded template</a:t>
            </a:r>
          </a:p>
          <a:p>
            <a:endParaRPr lang="en-US" dirty="0"/>
          </a:p>
          <a:p>
            <a:pPr marL="0" marR="0" lvl="0" indent="0" algn="l" defTabSz="1218987" rtl="0" eaLnBrk="1" fontAlgn="auto" latinLnBrk="0" hangingPunct="1">
              <a:lnSpc>
                <a:spcPct val="100000"/>
              </a:lnSpc>
              <a:spcBef>
                <a:spcPts val="0"/>
              </a:spcBef>
              <a:spcAft>
                <a:spcPts val="0"/>
              </a:spcAft>
              <a:buClrTx/>
              <a:buSzTx/>
              <a:buFontTx/>
              <a:buNone/>
              <a:tabLst/>
              <a:defRPr/>
            </a:pPr>
            <a:r>
              <a:rPr lang="en-US" sz="1600" dirty="0"/>
              <a:t>Follow the instructions provided in the Lenovo presentation slide library to insert your desired slides into this deck</a:t>
            </a:r>
          </a:p>
        </p:txBody>
      </p:sp>
      <p:sp>
        <p:nvSpPr>
          <p:cNvPr id="4" name="Slide Number Placeholder 3"/>
          <p:cNvSpPr>
            <a:spLocks noGrp="1"/>
          </p:cNvSpPr>
          <p:nvPr>
            <p:ph type="sldNum" sz="quarter" idx="5"/>
          </p:nvPr>
        </p:nvSpPr>
        <p:spPr/>
        <p:txBody>
          <a:bodyPr/>
          <a:lstStyle/>
          <a:p>
            <a:fld id="{4AED87EB-65D7-4500-873C-410831173A82}" type="slidenum">
              <a:rPr lang="en-US" smtClean="0"/>
              <a:pPr/>
              <a:t>17</a:t>
            </a:fld>
            <a:endParaRPr lang="en-US"/>
          </a:p>
        </p:txBody>
      </p:sp>
    </p:spTree>
    <p:extLst>
      <p:ext uri="{BB962C8B-B14F-4D97-AF65-F5344CB8AC3E}">
        <p14:creationId xmlns:p14="http://schemas.microsoft.com/office/powerpoint/2010/main" val="392596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dirty="0"/>
          </a:p>
        </p:txBody>
      </p:sp>
      <p:sp>
        <p:nvSpPr>
          <p:cNvPr id="4" name="Slide Number Placeholder 3"/>
          <p:cNvSpPr>
            <a:spLocks noGrp="1"/>
          </p:cNvSpPr>
          <p:nvPr>
            <p:ph type="sldNum" sz="quarter" idx="5"/>
          </p:nvPr>
        </p:nvSpPr>
        <p:spPr/>
        <p:txBody>
          <a:bodyPr/>
          <a:lstStyle/>
          <a:p>
            <a:fld id="{4AED87EB-65D7-4500-873C-410831173A82}" type="slidenum">
              <a:rPr lang="en-US" smtClean="0"/>
              <a:pPr/>
              <a:t>18</a:t>
            </a:fld>
            <a:endParaRPr lang="en-US"/>
          </a:p>
        </p:txBody>
      </p:sp>
    </p:spTree>
    <p:extLst>
      <p:ext uri="{BB962C8B-B14F-4D97-AF65-F5344CB8AC3E}">
        <p14:creationId xmlns:p14="http://schemas.microsoft.com/office/powerpoint/2010/main" val="1816057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AED87EB-65D7-4500-873C-410831173A82}" type="slidenum">
              <a:rPr lang="en-US" smtClean="0"/>
              <a:pPr/>
              <a:t>19</a:t>
            </a:fld>
            <a:endParaRPr lang="en-US"/>
          </a:p>
        </p:txBody>
      </p:sp>
    </p:spTree>
    <p:extLst>
      <p:ext uri="{BB962C8B-B14F-4D97-AF65-F5344CB8AC3E}">
        <p14:creationId xmlns:p14="http://schemas.microsoft.com/office/powerpoint/2010/main" val="1714901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AED87EB-65D7-4500-873C-410831173A82}" type="slidenum">
              <a:rPr lang="en-US" smtClean="0"/>
              <a:pPr/>
              <a:t>20</a:t>
            </a:fld>
            <a:endParaRPr lang="en-US"/>
          </a:p>
        </p:txBody>
      </p:sp>
    </p:spTree>
    <p:extLst>
      <p:ext uri="{BB962C8B-B14F-4D97-AF65-F5344CB8AC3E}">
        <p14:creationId xmlns:p14="http://schemas.microsoft.com/office/powerpoint/2010/main" val="276013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AED87EB-65D7-4500-873C-410831173A82}" type="slidenum">
              <a:rPr lang="en-US" smtClean="0"/>
              <a:pPr/>
              <a:t>22</a:t>
            </a:fld>
            <a:endParaRPr lang="en-US"/>
          </a:p>
        </p:txBody>
      </p:sp>
    </p:spTree>
    <p:extLst>
      <p:ext uri="{BB962C8B-B14F-4D97-AF65-F5344CB8AC3E}">
        <p14:creationId xmlns:p14="http://schemas.microsoft.com/office/powerpoint/2010/main" val="2350679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AED87EB-65D7-4500-873C-410831173A82}" type="slidenum">
              <a:rPr lang="en-US" smtClean="0"/>
              <a:pPr/>
              <a:t>23</a:t>
            </a:fld>
            <a:endParaRPr lang="en-US"/>
          </a:p>
        </p:txBody>
      </p:sp>
    </p:spTree>
    <p:extLst>
      <p:ext uri="{BB962C8B-B14F-4D97-AF65-F5344CB8AC3E}">
        <p14:creationId xmlns:p14="http://schemas.microsoft.com/office/powerpoint/2010/main" val="2832690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ED87EB-65D7-4500-873C-410831173A82}" type="slidenum">
              <a:rPr lang="en-US" smtClean="0"/>
              <a:pPr/>
              <a:t>26</a:t>
            </a:fld>
            <a:endParaRPr lang="en-US"/>
          </a:p>
        </p:txBody>
      </p:sp>
    </p:spTree>
    <p:extLst>
      <p:ext uri="{BB962C8B-B14F-4D97-AF65-F5344CB8AC3E}">
        <p14:creationId xmlns:p14="http://schemas.microsoft.com/office/powerpoint/2010/main" val="260236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ED87EB-65D7-4500-873C-410831173A82}" type="slidenum">
              <a:rPr lang="en-US" smtClean="0"/>
              <a:pPr/>
              <a:t>28</a:t>
            </a:fld>
            <a:endParaRPr lang="en-US"/>
          </a:p>
        </p:txBody>
      </p:sp>
    </p:spTree>
    <p:extLst>
      <p:ext uri="{BB962C8B-B14F-4D97-AF65-F5344CB8AC3E}">
        <p14:creationId xmlns:p14="http://schemas.microsoft.com/office/powerpoint/2010/main" val="2643093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334" y="1527659"/>
            <a:ext cx="9912096"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tx1"/>
                </a:solidFill>
                <a:latin typeface="Arial" pitchFamily="34" charset="0"/>
                <a:ea typeface="+mn-ea"/>
                <a:cs typeface="Arial" pitchFamily="34" charset="0"/>
              </a:defRPr>
            </a:lvl1pPr>
          </a:lstStyle>
          <a:p>
            <a:r>
              <a:rPr lang="en-US" dirty="0"/>
              <a:t>Presentation</a:t>
            </a:r>
            <a:br>
              <a:rPr lang="en-US" dirty="0"/>
            </a:br>
            <a:r>
              <a:rPr lang="en-US" dirty="0"/>
              <a:t>title here</a:t>
            </a:r>
          </a:p>
        </p:txBody>
      </p:sp>
      <p:sp>
        <p:nvSpPr>
          <p:cNvPr id="55" name="Subtitle 2"/>
          <p:cNvSpPr>
            <a:spLocks noGrp="1"/>
          </p:cNvSpPr>
          <p:nvPr userDrawn="1">
            <p:ph type="subTitle" idx="1" hasCustomPrompt="1"/>
          </p:nvPr>
        </p:nvSpPr>
        <p:spPr bwMode="gray">
          <a:xfrm>
            <a:off x="760414" y="5046115"/>
            <a:ext cx="9912096"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tx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sp>
        <p:nvSpPr>
          <p:cNvPr id="49" name="TextBox 48"/>
          <p:cNvSpPr txBox="1"/>
          <p:nvPr userDrawn="1"/>
        </p:nvSpPr>
        <p:spPr>
          <a:xfrm>
            <a:off x="750334" y="6401580"/>
            <a:ext cx="4114800" cy="153888"/>
          </a:xfrm>
          <a:prstGeom prst="rect">
            <a:avLst/>
          </a:prstGeom>
          <a:noFill/>
        </p:spPr>
        <p:txBody>
          <a:bodyPr wrap="square" lIns="0" tIns="0" rIns="0" bIns="0" rtlCol="0">
            <a:spAutoFit/>
          </a:bodyPr>
          <a:lstStyle/>
          <a:p>
            <a:r>
              <a:rPr lang="en-US" sz="1000" dirty="0">
                <a:solidFill>
                  <a:schemeClr val="tx1"/>
                </a:solidFill>
                <a:latin typeface="Arial" pitchFamily="34" charset="0"/>
                <a:cs typeface="Arial" pitchFamily="34" charset="0"/>
              </a:rPr>
              <a:t>2026 Lenovo Internal. All rights reserved.</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49589" y="2542923"/>
            <a:ext cx="3058160" cy="1020314"/>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334" y="762000"/>
            <a:ext cx="3941064"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59529995"/>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rgbClr val="1E0113"/>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750334" y="1527659"/>
            <a:ext cx="9912096" cy="3269709"/>
          </a:xfrm>
          <a:prstGeom prst="rect">
            <a:avLst/>
          </a:prstGeom>
        </p:spPr>
        <p:txBody>
          <a:bodyPr wrap="square" lIns="0" tIns="0" rIns="121899" bIns="0" anchor="b" anchorCtr="0"/>
          <a:lstStyle>
            <a:lvl1pPr marL="0" algn="l" defTabSz="1218987" rtl="0" eaLnBrk="1" latinLnBrk="0" hangingPunct="1">
              <a:lnSpc>
                <a:spcPct val="75000"/>
              </a:lnSpc>
              <a:spcBef>
                <a:spcPct val="0"/>
              </a:spcBef>
              <a:buNone/>
              <a:defRPr lang="en-US" sz="8000" b="1" kern="1200" cap="none" spc="-150" baseline="0" dirty="0">
                <a:solidFill>
                  <a:schemeClr val="bg1"/>
                </a:solidFill>
                <a:latin typeface="Arial" pitchFamily="34" charset="0"/>
                <a:ea typeface="+mn-ea"/>
                <a:cs typeface="Arial" pitchFamily="34" charset="0"/>
              </a:defRPr>
            </a:lvl1pPr>
          </a:lstStyle>
          <a:p>
            <a:r>
              <a:rPr lang="en-US"/>
              <a:t>Presentation</a:t>
            </a:r>
            <a:br>
              <a:rPr lang="en-US"/>
            </a:br>
            <a:r>
              <a:rPr lang="en-US"/>
              <a:t>title here</a:t>
            </a:r>
          </a:p>
        </p:txBody>
      </p:sp>
      <p:sp>
        <p:nvSpPr>
          <p:cNvPr id="55" name="Subtitle 2"/>
          <p:cNvSpPr>
            <a:spLocks noGrp="1"/>
          </p:cNvSpPr>
          <p:nvPr userDrawn="1">
            <p:ph type="subTitle" idx="1" hasCustomPrompt="1"/>
          </p:nvPr>
        </p:nvSpPr>
        <p:spPr bwMode="gray">
          <a:xfrm>
            <a:off x="760414" y="5046115"/>
            <a:ext cx="9912096" cy="356616"/>
          </a:xfrm>
          <a:prstGeom prst="rect">
            <a:avLst/>
          </a:prstGeom>
        </p:spPr>
        <p:txBody>
          <a:bodyPr lIns="0" tIns="0" rIns="0" bIns="0" anchor="t" anchorCtr="0">
            <a:noAutofit/>
          </a:bodyPr>
          <a:lstStyle>
            <a:lvl1pPr marL="0" indent="0" algn="l" defTabSz="1218987" rtl="0" eaLnBrk="1" latinLnBrk="0" hangingPunct="1">
              <a:lnSpc>
                <a:spcPct val="90000"/>
              </a:lnSpc>
              <a:spcBef>
                <a:spcPct val="0"/>
              </a:spcBef>
              <a:buNone/>
              <a:defRPr lang="en-US" sz="2600" b="0" kern="1200" cap="none" spc="0" baseline="0" dirty="0">
                <a:solidFill>
                  <a:schemeClr val="bg1"/>
                </a:solidFill>
                <a:latin typeface="Arial" pitchFamily="34" charset="0"/>
                <a:ea typeface="+mn-ea"/>
                <a:cs typeface="Arial" pitchFamily="34" charset="0"/>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Speaker Name | Date</a:t>
            </a:r>
          </a:p>
        </p:txBody>
      </p:sp>
      <p:sp>
        <p:nvSpPr>
          <p:cNvPr id="49" name="TextBox 48"/>
          <p:cNvSpPr txBox="1"/>
          <p:nvPr userDrawn="1"/>
        </p:nvSpPr>
        <p:spPr>
          <a:xfrm>
            <a:off x="750334" y="6401580"/>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2026 Lenovo Internal. All rights reserved.</a:t>
            </a:r>
          </a:p>
        </p:txBody>
      </p:sp>
      <p:grpSp>
        <p:nvGrpSpPr>
          <p:cNvPr id="14" name="Group 13">
            <a:extLst>
              <a:ext uri="{FF2B5EF4-FFF2-40B4-BE49-F238E27FC236}">
                <a16:creationId xmlns:a16="http://schemas.microsoft.com/office/drawing/2014/main" id="{DB6BD304-FAC7-4023-9B54-8984F7387559}"/>
              </a:ext>
            </a:extLst>
          </p:cNvPr>
          <p:cNvGrpSpPr>
            <a:grpSpLocks noChangeAspect="1"/>
          </p:cNvGrpSpPr>
          <p:nvPr userDrawn="1"/>
        </p:nvGrpSpPr>
        <p:grpSpPr>
          <a:xfrm rot="16200000">
            <a:off x="10149589" y="2542923"/>
            <a:ext cx="3058160" cy="1020314"/>
            <a:chOff x="547688" y="952500"/>
            <a:chExt cx="12190413" cy="4067175"/>
          </a:xfrm>
        </p:grpSpPr>
        <p:sp>
          <p:nvSpPr>
            <p:cNvPr id="15" name="Rectangle 14">
              <a:extLst>
                <a:ext uri="{FF2B5EF4-FFF2-40B4-BE49-F238E27FC236}">
                  <a16:creationId xmlns:a16="http://schemas.microsoft.com/office/drawing/2014/main" id="{1FBBDE3D-E4E2-42E5-9F26-00C1500EFD63}"/>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27C222CE-31C9-4AE2-A9DE-A34ECC37F011}"/>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8">
              <a:extLst>
                <a:ext uri="{FF2B5EF4-FFF2-40B4-BE49-F238E27FC236}">
                  <a16:creationId xmlns:a16="http://schemas.microsoft.com/office/drawing/2014/main" id="{710DBB3B-7FB8-4ACB-8FA4-3F2A105B9B9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9">
              <a:extLst>
                <a:ext uri="{FF2B5EF4-FFF2-40B4-BE49-F238E27FC236}">
                  <a16:creationId xmlns:a16="http://schemas.microsoft.com/office/drawing/2014/main" id="{3E443DA7-CC51-4460-98C4-193A7375074F}"/>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0">
              <a:extLst>
                <a:ext uri="{FF2B5EF4-FFF2-40B4-BE49-F238E27FC236}">
                  <a16:creationId xmlns:a16="http://schemas.microsoft.com/office/drawing/2014/main" id="{E1BCDB13-2B5A-46EC-B1D6-C526DEAA84B4}"/>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8EDDE8EA-BE8E-4066-AB4A-21CD2743549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EF442D16-F34F-4D4E-A65A-8C3BC17F2FCE}"/>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Freeform 5">
            <a:extLst>
              <a:ext uri="{FF2B5EF4-FFF2-40B4-BE49-F238E27FC236}">
                <a16:creationId xmlns:a16="http://schemas.microsoft.com/office/drawing/2014/main" id="{B3FDD5DD-E6F7-480C-BC0C-F6AC555BF174}"/>
              </a:ext>
            </a:extLst>
          </p:cNvPr>
          <p:cNvSpPr>
            <a:spLocks noChangeAspect="1" noEditPoints="1"/>
          </p:cNvSpPr>
          <p:nvPr userDrawn="1"/>
        </p:nvSpPr>
        <p:spPr bwMode="auto">
          <a:xfrm>
            <a:off x="750334" y="762000"/>
            <a:ext cx="3941064"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314576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_White">
    <p:bg>
      <p:bgPr>
        <a:solidFill>
          <a:schemeClr val="bg1"/>
        </a:solidFill>
        <a:effectLst/>
      </p:bgPr>
    </p:bg>
    <p:spTree>
      <p:nvGrpSpPr>
        <p:cNvPr id="1" name=""/>
        <p:cNvGrpSpPr/>
        <p:nvPr/>
      </p:nvGrpSpPr>
      <p:grpSpPr>
        <a:xfrm>
          <a:off x="0" y="0"/>
          <a:ext cx="0" cy="0"/>
          <a:chOff x="0" y="0"/>
          <a:chExt cx="0" cy="0"/>
        </a:xfrm>
      </p:grpSpPr>
      <p:sp>
        <p:nvSpPr>
          <p:cNvPr id="46" name="Title 16"/>
          <p:cNvSpPr>
            <a:spLocks noGrp="1"/>
          </p:cNvSpPr>
          <p:nvPr>
            <p:ph type="title" hasCustomPrompt="1"/>
          </p:nvPr>
        </p:nvSpPr>
        <p:spPr bwMode="gray">
          <a:xfrm>
            <a:off x="750333" y="1549491"/>
            <a:ext cx="9912096"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tx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333" y="4328649"/>
            <a:ext cx="9912096"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tx1"/>
                </a:solidFill>
              </a:defRPr>
            </a:lvl1pPr>
          </a:lstStyle>
          <a:p>
            <a:fld id="{6D22F896-40B5-4ADD-8801-0D06FADFA095}" type="slidenum">
              <a:rPr lang="en-US" smtClean="0"/>
              <a:pPr/>
              <a:t>‹#›</a:t>
            </a:fld>
            <a:endParaRPr lang="en-US"/>
          </a:p>
        </p:txBody>
      </p:sp>
      <p:sp>
        <p:nvSpPr>
          <p:cNvPr id="2" name="TextBox 1">
            <a:extLst>
              <a:ext uri="{FF2B5EF4-FFF2-40B4-BE49-F238E27FC236}">
                <a16:creationId xmlns:a16="http://schemas.microsoft.com/office/drawing/2014/main" id="{3E1CB3FA-A40E-89BA-D9B4-612659A1D7F8}"/>
              </a:ext>
            </a:extLst>
          </p:cNvPr>
          <p:cNvSpPr txBox="1"/>
          <p:nvPr userDrawn="1"/>
        </p:nvSpPr>
        <p:spPr>
          <a:xfrm>
            <a:off x="1602289" y="6401580"/>
            <a:ext cx="4114800"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2026 Lenovo Internal. All rights reserved.</a:t>
            </a:r>
          </a:p>
        </p:txBody>
      </p:sp>
      <p:grpSp>
        <p:nvGrpSpPr>
          <p:cNvPr id="3" name="Group 2">
            <a:extLst>
              <a:ext uri="{FF2B5EF4-FFF2-40B4-BE49-F238E27FC236}">
                <a16:creationId xmlns:a16="http://schemas.microsoft.com/office/drawing/2014/main" id="{FB68E53D-8D38-4B99-06F1-FB4045C1E803}"/>
              </a:ext>
            </a:extLst>
          </p:cNvPr>
          <p:cNvGrpSpPr>
            <a:grpSpLocks noChangeAspect="1"/>
          </p:cNvGrpSpPr>
          <p:nvPr userDrawn="1"/>
        </p:nvGrpSpPr>
        <p:grpSpPr>
          <a:xfrm>
            <a:off x="760413" y="6348283"/>
            <a:ext cx="777240" cy="259316"/>
            <a:chOff x="547688" y="952500"/>
            <a:chExt cx="12190413" cy="4067175"/>
          </a:xfrm>
        </p:grpSpPr>
        <p:sp>
          <p:nvSpPr>
            <p:cNvPr id="4" name="Rectangle 3">
              <a:extLst>
                <a:ext uri="{FF2B5EF4-FFF2-40B4-BE49-F238E27FC236}">
                  <a16:creationId xmlns:a16="http://schemas.microsoft.com/office/drawing/2014/main" id="{7B980263-2916-F21B-C57E-4D2C5D0C6879}"/>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9963EF3A-E5EB-BF83-AE65-6242B1661D0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8">
              <a:extLst>
                <a:ext uri="{FF2B5EF4-FFF2-40B4-BE49-F238E27FC236}">
                  <a16:creationId xmlns:a16="http://schemas.microsoft.com/office/drawing/2014/main" id="{8E894888-D539-48CF-7E80-4B30A55764E9}"/>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9">
              <a:extLst>
                <a:ext uri="{FF2B5EF4-FFF2-40B4-BE49-F238E27FC236}">
                  <a16:creationId xmlns:a16="http://schemas.microsoft.com/office/drawing/2014/main" id="{A681269A-84EF-7A74-26C2-AA9D63BF38D7}"/>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0">
              <a:extLst>
                <a:ext uri="{FF2B5EF4-FFF2-40B4-BE49-F238E27FC236}">
                  <a16:creationId xmlns:a16="http://schemas.microsoft.com/office/drawing/2014/main" id="{A46570AB-4E06-E508-810C-A8843C51D4F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0">
              <a:extLst>
                <a:ext uri="{FF2B5EF4-FFF2-40B4-BE49-F238E27FC236}">
                  <a16:creationId xmlns:a16="http://schemas.microsoft.com/office/drawing/2014/main" id="{E4BCE35C-5FE5-30D2-825F-5F6BD7E2E562}"/>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1">
              <a:extLst>
                <a:ext uri="{FF2B5EF4-FFF2-40B4-BE49-F238E27FC236}">
                  <a16:creationId xmlns:a16="http://schemas.microsoft.com/office/drawing/2014/main" id="{84957B54-C991-1A8F-6F65-A7A27118B92B}"/>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186692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rgbClr val="1E0113"/>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89C3EB64-A851-71DD-8882-1FDB7C2E99CB}"/>
              </a:ext>
            </a:extLst>
          </p:cNvPr>
          <p:cNvSpPr txBox="1"/>
          <p:nvPr userDrawn="1"/>
        </p:nvSpPr>
        <p:spPr>
          <a:xfrm>
            <a:off x="1602389" y="6401580"/>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2026 Lenovo Internal. All rights reserved.</a:t>
            </a:r>
          </a:p>
        </p:txBody>
      </p:sp>
      <p:grpSp>
        <p:nvGrpSpPr>
          <p:cNvPr id="17" name="Group 16">
            <a:extLst>
              <a:ext uri="{FF2B5EF4-FFF2-40B4-BE49-F238E27FC236}">
                <a16:creationId xmlns:a16="http://schemas.microsoft.com/office/drawing/2014/main" id="{76E4C2BE-620B-6B7D-1426-F9CB0B9DB688}"/>
              </a:ext>
            </a:extLst>
          </p:cNvPr>
          <p:cNvGrpSpPr>
            <a:grpSpLocks noChangeAspect="1"/>
          </p:cNvGrpSpPr>
          <p:nvPr userDrawn="1"/>
        </p:nvGrpSpPr>
        <p:grpSpPr>
          <a:xfrm>
            <a:off x="760413" y="6348283"/>
            <a:ext cx="777240" cy="259316"/>
            <a:chOff x="547688" y="952500"/>
            <a:chExt cx="12190413" cy="4067175"/>
          </a:xfrm>
        </p:grpSpPr>
        <p:sp>
          <p:nvSpPr>
            <p:cNvPr id="18" name="Rectangle 17">
              <a:extLst>
                <a:ext uri="{FF2B5EF4-FFF2-40B4-BE49-F238E27FC236}">
                  <a16:creationId xmlns:a16="http://schemas.microsoft.com/office/drawing/2014/main" id="{7C002FA1-87AB-10E7-DF14-BCD2904245D0}"/>
                </a:ext>
              </a:extLst>
            </p:cNvPr>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a:extLst>
                <a:ext uri="{FF2B5EF4-FFF2-40B4-BE49-F238E27FC236}">
                  <a16:creationId xmlns:a16="http://schemas.microsoft.com/office/drawing/2014/main" id="{AFC16D85-BEED-1820-DFF9-5D8B0AACAC2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a:extLst>
                <a:ext uri="{FF2B5EF4-FFF2-40B4-BE49-F238E27FC236}">
                  <a16:creationId xmlns:a16="http://schemas.microsoft.com/office/drawing/2014/main" id="{1F2566FE-64C0-16F6-945D-2961668799EB}"/>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a:extLst>
                <a:ext uri="{FF2B5EF4-FFF2-40B4-BE49-F238E27FC236}">
                  <a16:creationId xmlns:a16="http://schemas.microsoft.com/office/drawing/2014/main" id="{D3B60C47-FE53-B519-B5B0-91907EAADB5E}"/>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a:extLst>
                <a:ext uri="{FF2B5EF4-FFF2-40B4-BE49-F238E27FC236}">
                  <a16:creationId xmlns:a16="http://schemas.microsoft.com/office/drawing/2014/main" id="{51BD7309-4598-0B4D-F955-25A4778655B5}"/>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3AB317A1-606F-084E-CD32-A64A53D259C5}"/>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1">
              <a:extLst>
                <a:ext uri="{FF2B5EF4-FFF2-40B4-BE49-F238E27FC236}">
                  <a16:creationId xmlns:a16="http://schemas.microsoft.com/office/drawing/2014/main" id="{3ECEF077-D5E5-A906-C26A-748935BA5E8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6" name="Title 16"/>
          <p:cNvSpPr>
            <a:spLocks noGrp="1"/>
          </p:cNvSpPr>
          <p:nvPr>
            <p:ph type="title" hasCustomPrompt="1"/>
          </p:nvPr>
        </p:nvSpPr>
        <p:spPr bwMode="gray">
          <a:xfrm>
            <a:off x="750333" y="1549491"/>
            <a:ext cx="9921240" cy="2405203"/>
          </a:xfrm>
          <a:prstGeom prst="rect">
            <a:avLst/>
          </a:prstGeom>
        </p:spPr>
        <p:txBody>
          <a:bodyPr lIns="0" tIns="0" rIns="0" bIns="0" anchor="b" anchorCtr="0"/>
          <a:lstStyle>
            <a:lvl1pPr marL="0" algn="l" defTabSz="1218987" rtl="0" eaLnBrk="1" latinLnBrk="0" hangingPunct="1">
              <a:lnSpc>
                <a:spcPct val="75000"/>
              </a:lnSpc>
              <a:spcBef>
                <a:spcPct val="0"/>
              </a:spcBef>
              <a:buNone/>
              <a:defRPr lang="en-US" sz="6000" b="1" kern="1200" cap="none" spc="-150" baseline="0" dirty="0">
                <a:solidFill>
                  <a:schemeClr val="bg1"/>
                </a:solidFill>
                <a:latin typeface="Arial" pitchFamily="34" charset="0"/>
                <a:ea typeface="+mn-ea"/>
                <a:cs typeface="Arial" pitchFamily="34" charset="0"/>
              </a:defRPr>
            </a:lvl1pPr>
          </a:lstStyle>
          <a:p>
            <a:r>
              <a:rPr lang="en-US"/>
              <a:t>Section header</a:t>
            </a:r>
          </a:p>
        </p:txBody>
      </p:sp>
      <p:sp>
        <p:nvSpPr>
          <p:cNvPr id="11" name="Text Placeholder 2"/>
          <p:cNvSpPr>
            <a:spLocks noGrp="1"/>
          </p:cNvSpPr>
          <p:nvPr>
            <p:ph type="body" idx="1" hasCustomPrompt="1"/>
          </p:nvPr>
        </p:nvSpPr>
        <p:spPr bwMode="white">
          <a:xfrm>
            <a:off x="750333" y="4328649"/>
            <a:ext cx="9921240" cy="327013"/>
          </a:xfrm>
          <a:prstGeom prst="rect">
            <a:avLst/>
          </a:prstGeom>
        </p:spPr>
        <p:txBody>
          <a:bodyPr wrap="square" lIns="0" tIns="0" rIns="0" bIns="0" anchor="t" anchorCtr="0">
            <a:spAutoFit/>
          </a:bodyPr>
          <a:lstStyle>
            <a:lvl1pPr marL="0" indent="0">
              <a:lnSpc>
                <a:spcPct val="85000"/>
              </a:lnSpc>
              <a:spcBef>
                <a:spcPts val="0"/>
              </a:spcBef>
              <a:buNone/>
              <a:defRPr sz="2500" spc="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 here</a:t>
            </a:r>
          </a:p>
        </p:txBody>
      </p:sp>
      <p:sp>
        <p:nvSpPr>
          <p:cNvPr id="5" name="Slide Number Placeholder 4">
            <a:extLst>
              <a:ext uri="{FF2B5EF4-FFF2-40B4-BE49-F238E27FC236}">
                <a16:creationId xmlns:a16="http://schemas.microsoft.com/office/drawing/2014/main" id="{E7C22F89-ADF9-0A52-8877-914CA372E2DE}"/>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48327803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99A0C0A2-1C95-CF60-15E7-57B445A8992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80939585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rgbClr val="1E0113"/>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A245D89D-54AB-A7D6-4141-95E6B3C3695D}"/>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229032212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55B6443-4299-282C-565B-68E5F9702780}"/>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95763348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rgbClr val="1E0113"/>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412" y="442528"/>
            <a:ext cx="1067104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BC296FD5-38BC-1E97-5513-17F333DF59B9}"/>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24226057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10671048"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413" y="1308880"/>
            <a:ext cx="10671048"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Slide Number Placeholder 1">
            <a:extLst>
              <a:ext uri="{FF2B5EF4-FFF2-40B4-BE49-F238E27FC236}">
                <a16:creationId xmlns:a16="http://schemas.microsoft.com/office/drawing/2014/main" id="{0BC5559F-D4D6-DA53-A720-07C2A2D68FA6}"/>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401141638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rgbClr val="1E01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2" name="Content Placeholder 2"/>
          <p:cNvSpPr>
            <a:spLocks noGrp="1"/>
          </p:cNvSpPr>
          <p:nvPr>
            <p:ph sz="half" idx="1"/>
          </p:nvPr>
        </p:nvSpPr>
        <p:spPr bwMode="gray">
          <a:xfrm>
            <a:off x="760413" y="1308880"/>
            <a:ext cx="10667999" cy="4787120"/>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Slide Number Placeholder 1">
            <a:extLst>
              <a:ext uri="{FF2B5EF4-FFF2-40B4-BE49-F238E27FC236}">
                <a16:creationId xmlns:a16="http://schemas.microsoft.com/office/drawing/2014/main" id="{2B190EFC-69A6-D92C-008E-75B891AE7709}"/>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37097577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760412" y="1749388"/>
            <a:ext cx="1067104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3" name="Text Placeholder 2"/>
          <p:cNvSpPr>
            <a:spLocks noGrp="1"/>
          </p:cNvSpPr>
          <p:nvPr>
            <p:ph type="body" idx="10"/>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tx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zh-CN" altLang="en-US"/>
              <a:t>单击此处编辑母版文本样式</a:t>
            </a:r>
          </a:p>
        </p:txBody>
      </p:sp>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827BD319-CE6A-C56C-FAF4-F7D3C4B20C07}"/>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58147933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rgbClr val="1E0113"/>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760412" y="1749389"/>
            <a:ext cx="10671049" cy="4346612"/>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3" name="Text Placeholder 2"/>
          <p:cNvSpPr>
            <a:spLocks noGrp="1"/>
          </p:cNvSpPr>
          <p:nvPr>
            <p:ph type="body" idx="10" hasCustomPrompt="1"/>
          </p:nvPr>
        </p:nvSpPr>
        <p:spPr bwMode="gray">
          <a:xfrm>
            <a:off x="760412" y="931563"/>
            <a:ext cx="10671048" cy="261610"/>
          </a:xfrm>
          <a:prstGeom prst="rect">
            <a:avLst/>
          </a:prstGeom>
        </p:spPr>
        <p:txBody>
          <a:bodyPr lIns="0" tIns="0" rIns="0" bIns="0" anchor="t" anchorCtr="0">
            <a:noAutofit/>
          </a:bodyPr>
          <a:lstStyle>
            <a:lvl1pPr marL="0" indent="0">
              <a:lnSpc>
                <a:spcPct val="85000"/>
              </a:lnSpc>
              <a:spcBef>
                <a:spcPts val="0"/>
              </a:spcBef>
              <a:buNone/>
              <a:defRPr sz="2000" b="0">
                <a:solidFill>
                  <a:schemeClr val="bg1"/>
                </a:solidFill>
                <a:latin typeface="Arial" pitchFamily="34" charset="0"/>
                <a:cs typeface="Arial" pitchFamily="34" charset="0"/>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2" name="Slide Number Placeholder 1">
            <a:extLst>
              <a:ext uri="{FF2B5EF4-FFF2-40B4-BE49-F238E27FC236}">
                <a16:creationId xmlns:a16="http://schemas.microsoft.com/office/drawing/2014/main" id="{C2F390D5-FAC3-3E07-D977-2FACDFA7E866}"/>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16594537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3"/>
            <a:ext cx="5069004"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0" name="Content Placeholder 2"/>
          <p:cNvSpPr>
            <a:spLocks noGrp="1"/>
          </p:cNvSpPr>
          <p:nvPr>
            <p:ph sz="half" idx="14"/>
          </p:nvPr>
        </p:nvSpPr>
        <p:spPr bwMode="gray">
          <a:xfrm>
            <a:off x="6339311" y="1307593"/>
            <a:ext cx="5065776"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Slide Number Placeholder 1">
            <a:extLst>
              <a:ext uri="{FF2B5EF4-FFF2-40B4-BE49-F238E27FC236}">
                <a16:creationId xmlns:a16="http://schemas.microsoft.com/office/drawing/2014/main" id="{02FE5186-E704-46DB-A234-0339427F829C}"/>
              </a:ext>
            </a:extLst>
          </p:cNvPr>
          <p:cNvSpPr>
            <a:spLocks noGrp="1"/>
          </p:cNvSpPr>
          <p:nvPr>
            <p:ph type="sldNum" sz="quarter" idx="15"/>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64735132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rgbClr val="1E0113"/>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3"/>
            <a:ext cx="5069004"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0" name="Content Placeholder 2"/>
          <p:cNvSpPr>
            <a:spLocks noGrp="1"/>
          </p:cNvSpPr>
          <p:nvPr>
            <p:ph sz="half" idx="14"/>
          </p:nvPr>
        </p:nvSpPr>
        <p:spPr bwMode="gray">
          <a:xfrm>
            <a:off x="6339311" y="1307593"/>
            <a:ext cx="506577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Slide Number Placeholder 1">
            <a:extLst>
              <a:ext uri="{FF2B5EF4-FFF2-40B4-BE49-F238E27FC236}">
                <a16:creationId xmlns:a16="http://schemas.microsoft.com/office/drawing/2014/main" id="{A1D52F52-4191-E70A-A15D-3F4D0CF0AA2B}"/>
              </a:ext>
            </a:extLst>
          </p:cNvPr>
          <p:cNvSpPr>
            <a:spLocks noGrp="1"/>
          </p:cNvSpPr>
          <p:nvPr>
            <p:ph type="sldNum" sz="quarter" idx="15"/>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5777999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3" y="1307593"/>
            <a:ext cx="3342271"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8" name="Content Placeholder 2"/>
          <p:cNvSpPr>
            <a:spLocks noGrp="1"/>
          </p:cNvSpPr>
          <p:nvPr>
            <p:ph sz="half" idx="10"/>
          </p:nvPr>
        </p:nvSpPr>
        <p:spPr bwMode="gray">
          <a:xfrm>
            <a:off x="4377258" y="1307593"/>
            <a:ext cx="3343188"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9" name="Content Placeholder 2"/>
          <p:cNvSpPr>
            <a:spLocks noGrp="1"/>
          </p:cNvSpPr>
          <p:nvPr>
            <p:ph sz="half" idx="11"/>
          </p:nvPr>
        </p:nvSpPr>
        <p:spPr bwMode="gray">
          <a:xfrm>
            <a:off x="8015815" y="1307593"/>
            <a:ext cx="341564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Slide Number Placeholder 1">
            <a:extLst>
              <a:ext uri="{FF2B5EF4-FFF2-40B4-BE49-F238E27FC236}">
                <a16:creationId xmlns:a16="http://schemas.microsoft.com/office/drawing/2014/main" id="{0C61C74C-45BE-3DE8-0DFD-4B97D814FB04}"/>
              </a:ext>
            </a:extLst>
          </p:cNvPr>
          <p:cNvSpPr>
            <a:spLocks noGrp="1"/>
          </p:cNvSpPr>
          <p:nvPr>
            <p:ph type="sldNum" sz="quarter" idx="12"/>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09456359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rgbClr val="1E0113"/>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3" y="1307593"/>
            <a:ext cx="3342271"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8" name="Content Placeholder 2"/>
          <p:cNvSpPr>
            <a:spLocks noGrp="1"/>
          </p:cNvSpPr>
          <p:nvPr>
            <p:ph sz="half" idx="10"/>
          </p:nvPr>
        </p:nvSpPr>
        <p:spPr bwMode="gray">
          <a:xfrm>
            <a:off x="4377258" y="1307593"/>
            <a:ext cx="3342271"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9" name="Content Placeholder 2"/>
          <p:cNvSpPr>
            <a:spLocks noGrp="1"/>
          </p:cNvSpPr>
          <p:nvPr>
            <p:ph sz="half" idx="11"/>
          </p:nvPr>
        </p:nvSpPr>
        <p:spPr bwMode="gray">
          <a:xfrm>
            <a:off x="8015815" y="1307593"/>
            <a:ext cx="3415646" cy="4788407"/>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2" name="Slide Number Placeholder 1">
            <a:extLst>
              <a:ext uri="{FF2B5EF4-FFF2-40B4-BE49-F238E27FC236}">
                <a16:creationId xmlns:a16="http://schemas.microsoft.com/office/drawing/2014/main" id="{3A92B045-EC23-B30D-E716-8FEBB279E86E}"/>
              </a:ext>
            </a:extLst>
          </p:cNvPr>
          <p:cNvSpPr>
            <a:spLocks noGrp="1"/>
          </p:cNvSpPr>
          <p:nvPr>
            <p:ph type="sldNum" sz="quarter" idx="12"/>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48959108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5723515"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3"/>
            <a:ext cx="5723515"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Picture Placeholder 8"/>
          <p:cNvSpPr>
            <a:spLocks noGrp="1"/>
          </p:cNvSpPr>
          <p:nvPr>
            <p:ph type="pic" sz="quarter" idx="16"/>
          </p:nvPr>
        </p:nvSpPr>
        <p:spPr>
          <a:xfrm>
            <a:off x="6856413" y="0"/>
            <a:ext cx="5332411"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2" name="Slide Number Placeholder 1">
            <a:extLst>
              <a:ext uri="{FF2B5EF4-FFF2-40B4-BE49-F238E27FC236}">
                <a16:creationId xmlns:a16="http://schemas.microsoft.com/office/drawing/2014/main" id="{C8F3C117-A202-AC1A-30DA-A95049B2670E}"/>
              </a:ext>
            </a:extLst>
          </p:cNvPr>
          <p:cNvSpPr>
            <a:spLocks noGrp="1"/>
          </p:cNvSpPr>
          <p:nvPr>
            <p:ph type="sldNum" sz="quarter" idx="17"/>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8774559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rgbClr val="1E01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5723515"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16" name="Content Placeholder 2"/>
          <p:cNvSpPr>
            <a:spLocks noGrp="1"/>
          </p:cNvSpPr>
          <p:nvPr>
            <p:ph sz="half" idx="1"/>
          </p:nvPr>
        </p:nvSpPr>
        <p:spPr bwMode="gray">
          <a:xfrm>
            <a:off x="760412" y="1307592"/>
            <a:ext cx="5723515" cy="4919589"/>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Picture Placeholder 8"/>
          <p:cNvSpPr>
            <a:spLocks noGrp="1"/>
          </p:cNvSpPr>
          <p:nvPr>
            <p:ph type="pic" sz="quarter" idx="16"/>
          </p:nvPr>
        </p:nvSpPr>
        <p:spPr>
          <a:xfrm>
            <a:off x="6856413" y="0"/>
            <a:ext cx="5332411"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2" name="Slide Number Placeholder 1">
            <a:extLst>
              <a:ext uri="{FF2B5EF4-FFF2-40B4-BE49-F238E27FC236}">
                <a16:creationId xmlns:a16="http://schemas.microsoft.com/office/drawing/2014/main" id="{EF7E7426-E0FB-DA60-E1E0-A41FD9009F5D}"/>
              </a:ext>
            </a:extLst>
          </p:cNvPr>
          <p:cNvSpPr>
            <a:spLocks noGrp="1"/>
          </p:cNvSpPr>
          <p:nvPr>
            <p:ph type="sldNum" sz="quarter" idx="17"/>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99249621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0" y="0"/>
            <a:ext cx="406179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8"/>
          <p:cNvSpPr>
            <a:spLocks noGrp="1"/>
          </p:cNvSpPr>
          <p:nvPr>
            <p:ph type="pic" sz="quarter" idx="16"/>
          </p:nvPr>
        </p:nvSpPr>
        <p:spPr>
          <a:xfrm>
            <a:off x="4570413" y="0"/>
            <a:ext cx="7618412"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14" name="Text Placeholder 3"/>
          <p:cNvSpPr>
            <a:spLocks noGrp="1"/>
          </p:cNvSpPr>
          <p:nvPr>
            <p:ph type="body" sz="quarter" idx="18" hasCustomPrompt="1"/>
          </p:nvPr>
        </p:nvSpPr>
        <p:spPr>
          <a:xfrm>
            <a:off x="760412" y="995009"/>
            <a:ext cx="3427123"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tx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dirty="0"/>
              <a:t>Click to edit slide title</a:t>
            </a:r>
          </a:p>
        </p:txBody>
      </p:sp>
      <p:sp>
        <p:nvSpPr>
          <p:cNvPr id="2" name="Slide Number Placeholder 1">
            <a:extLst>
              <a:ext uri="{FF2B5EF4-FFF2-40B4-BE49-F238E27FC236}">
                <a16:creationId xmlns:a16="http://schemas.microsoft.com/office/drawing/2014/main" id="{DA2637C5-16EA-761D-E2F8-7F6B3E3B6F6C}"/>
              </a:ext>
            </a:extLst>
          </p:cNvPr>
          <p:cNvSpPr>
            <a:spLocks noGrp="1"/>
          </p:cNvSpPr>
          <p:nvPr>
            <p:ph type="sldNum" sz="quarter" idx="20"/>
          </p:nvPr>
        </p:nvSpPr>
        <p:spPr/>
        <p:txBody>
          <a:bodyPr/>
          <a:lstStyle/>
          <a:p>
            <a:fld id="{6D22F896-40B5-4ADD-8801-0D06FADFA095}" type="slidenum">
              <a:rPr lang="en-US" smtClean="0"/>
              <a:pPr/>
              <a:t>‹#›</a:t>
            </a:fld>
            <a:endParaRPr lang="en-US"/>
          </a:p>
        </p:txBody>
      </p:sp>
      <p:sp>
        <p:nvSpPr>
          <p:cNvPr id="12" name="Content Placeholder 2">
            <a:extLst>
              <a:ext uri="{FF2B5EF4-FFF2-40B4-BE49-F238E27FC236}">
                <a16:creationId xmlns:a16="http://schemas.microsoft.com/office/drawing/2014/main" id="{3939283D-21AA-FD28-A517-FFF4AF9FDA82}"/>
              </a:ext>
            </a:extLst>
          </p:cNvPr>
          <p:cNvSpPr>
            <a:spLocks noGrp="1"/>
          </p:cNvSpPr>
          <p:nvPr>
            <p:ph sz="half" idx="1"/>
          </p:nvPr>
        </p:nvSpPr>
        <p:spPr bwMode="gray">
          <a:xfrm>
            <a:off x="760412" y="2815936"/>
            <a:ext cx="3427123"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Tree>
    <p:extLst>
      <p:ext uri="{BB962C8B-B14F-4D97-AF65-F5344CB8AC3E}">
        <p14:creationId xmlns:p14="http://schemas.microsoft.com/office/powerpoint/2010/main" val="373408426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rgbClr val="1E0113"/>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406179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8"/>
          <p:cNvSpPr>
            <a:spLocks noGrp="1"/>
          </p:cNvSpPr>
          <p:nvPr>
            <p:ph type="pic" sz="quarter" idx="16"/>
          </p:nvPr>
        </p:nvSpPr>
        <p:spPr>
          <a:xfrm>
            <a:off x="4570413" y="0"/>
            <a:ext cx="7618412"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2" name="Slide Number Placeholder 1">
            <a:extLst>
              <a:ext uri="{FF2B5EF4-FFF2-40B4-BE49-F238E27FC236}">
                <a16:creationId xmlns:a16="http://schemas.microsoft.com/office/drawing/2014/main" id="{EC182470-3621-1323-235D-7DBA176E68EC}"/>
              </a:ext>
            </a:extLst>
          </p:cNvPr>
          <p:cNvSpPr>
            <a:spLocks noGrp="1"/>
          </p:cNvSpPr>
          <p:nvPr>
            <p:ph type="sldNum" sz="quarter" idx="2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29" name="Text Placeholder 3">
            <a:extLst>
              <a:ext uri="{FF2B5EF4-FFF2-40B4-BE49-F238E27FC236}">
                <a16:creationId xmlns:a16="http://schemas.microsoft.com/office/drawing/2014/main" id="{C11FB6FD-7B80-D920-2B92-D358B184462D}"/>
              </a:ext>
            </a:extLst>
          </p:cNvPr>
          <p:cNvSpPr>
            <a:spLocks noGrp="1"/>
          </p:cNvSpPr>
          <p:nvPr>
            <p:ph type="body" sz="quarter" idx="18" hasCustomPrompt="1"/>
          </p:nvPr>
        </p:nvSpPr>
        <p:spPr>
          <a:xfrm>
            <a:off x="760412" y="995009"/>
            <a:ext cx="3427123" cy="1436465"/>
          </a:xfrm>
          <a:prstGeom prst="rect">
            <a:avLst/>
          </a:prstGeom>
          <a:noFill/>
        </p:spPr>
        <p:txBody>
          <a:bodyPr lIns="0" tIns="0" rIns="0" bIns="0" anchor="b" anchorCtr="0">
            <a:noAutofit/>
          </a:bodyPr>
          <a:lstStyle>
            <a:lvl1pPr marL="0" indent="0">
              <a:lnSpc>
                <a:spcPct val="85000"/>
              </a:lnSpc>
              <a:spcBef>
                <a:spcPts val="0"/>
              </a:spcBef>
              <a:buFont typeface="Arial" panose="020B0604020202020204" pitchFamily="34" charset="0"/>
              <a:buNone/>
              <a:defRPr sz="4400" b="1" strike="noStrike" spc="-150" baseline="0">
                <a:solidFill>
                  <a:schemeClr val="bg1"/>
                </a:solidFill>
              </a:defRPr>
            </a:lvl1pPr>
            <a:lvl2pPr marL="341313" indent="0">
              <a:buNone/>
              <a:defRPr/>
            </a:lvl2pPr>
            <a:lvl3pPr marL="679450" indent="0">
              <a:buNone/>
              <a:defRPr/>
            </a:lvl3pPr>
            <a:lvl4pPr marL="966787" indent="0">
              <a:buNone/>
              <a:defRPr/>
            </a:lvl4pPr>
            <a:lvl5pPr marL="1146175" indent="0">
              <a:buNone/>
              <a:defRPr/>
            </a:lvl5pPr>
          </a:lstStyle>
          <a:p>
            <a:pPr lvl="0"/>
            <a:r>
              <a:rPr lang="en-US"/>
              <a:t>Click to edit slide title</a:t>
            </a:r>
          </a:p>
        </p:txBody>
      </p:sp>
      <p:sp>
        <p:nvSpPr>
          <p:cNvPr id="30" name="Content Placeholder 2">
            <a:extLst>
              <a:ext uri="{FF2B5EF4-FFF2-40B4-BE49-F238E27FC236}">
                <a16:creationId xmlns:a16="http://schemas.microsoft.com/office/drawing/2014/main" id="{5F150789-C64C-B456-4B9A-24AED7315FBB}"/>
              </a:ext>
            </a:extLst>
          </p:cNvPr>
          <p:cNvSpPr>
            <a:spLocks noGrp="1"/>
          </p:cNvSpPr>
          <p:nvPr>
            <p:ph sz="half" idx="1"/>
          </p:nvPr>
        </p:nvSpPr>
        <p:spPr bwMode="gray">
          <a:xfrm>
            <a:off x="760412" y="2815936"/>
            <a:ext cx="3427123" cy="3280064"/>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Tree>
    <p:extLst>
      <p:ext uri="{BB962C8B-B14F-4D97-AF65-F5344CB8AC3E}">
        <p14:creationId xmlns:p14="http://schemas.microsoft.com/office/powerpoint/2010/main" val="427763602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ig Idea">
    <p:bg>
      <p:bgPr>
        <a:solidFill>
          <a:schemeClr val="accent3">
            <a:lumMod val="25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8CB8992-3FC1-1D5A-F5A3-5A7867B1CF80}"/>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
        <p:nvSpPr>
          <p:cNvPr id="7" name="Text Placeholder 6">
            <a:extLst>
              <a:ext uri="{FF2B5EF4-FFF2-40B4-BE49-F238E27FC236}">
                <a16:creationId xmlns:a16="http://schemas.microsoft.com/office/drawing/2014/main" id="{EFEF7F64-EAB6-F941-857A-EB6862B07383}"/>
              </a:ext>
            </a:extLst>
          </p:cNvPr>
          <p:cNvSpPr>
            <a:spLocks noGrp="1"/>
          </p:cNvSpPr>
          <p:nvPr>
            <p:ph type="body" sz="quarter" idx="11" hasCustomPrompt="1"/>
          </p:nvPr>
        </p:nvSpPr>
        <p:spPr>
          <a:xfrm>
            <a:off x="760413" y="1757774"/>
            <a:ext cx="10668000" cy="3342453"/>
          </a:xfrm>
          <a:prstGeom prst="rect">
            <a:avLst/>
          </a:prstGeom>
        </p:spPr>
        <p:txBody>
          <a:bodyPr wrap="square" lIns="0" rIns="0" anchor="ctr" anchorCtr="0">
            <a:spAutoFit/>
          </a:bodyPr>
          <a:lstStyle>
            <a:lvl1pPr marL="0" indent="0">
              <a:lnSpc>
                <a:spcPct val="80000"/>
              </a:lnSpc>
              <a:spcBef>
                <a:spcPts val="0"/>
              </a:spcBef>
              <a:buNone/>
              <a:defRPr sz="8800" b="1">
                <a:solidFill>
                  <a:schemeClr val="bg1"/>
                </a:solidFill>
              </a:defRPr>
            </a:lvl1pPr>
            <a:lvl2pPr marL="609494" indent="0">
              <a:buNone/>
              <a:defRPr/>
            </a:lvl2pPr>
          </a:lstStyle>
          <a:p>
            <a:pPr lvl="0"/>
            <a:r>
              <a:rPr lang="en-US"/>
              <a:t>Click to edit big idea, statement or subject</a:t>
            </a:r>
          </a:p>
        </p:txBody>
      </p:sp>
    </p:spTree>
    <p:extLst>
      <p:ext uri="{BB962C8B-B14F-4D97-AF65-F5344CB8AC3E}">
        <p14:creationId xmlns:p14="http://schemas.microsoft.com/office/powerpoint/2010/main" val="2827794520"/>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094412"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9" name="Content Placeholder 2"/>
          <p:cNvSpPr>
            <a:spLocks noGrp="1"/>
          </p:cNvSpPr>
          <p:nvPr>
            <p:ph sz="half" idx="18"/>
          </p:nvPr>
        </p:nvSpPr>
        <p:spPr bwMode="gray">
          <a:xfrm>
            <a:off x="6856412" y="1307593"/>
            <a:ext cx="4572001" cy="4788408"/>
          </a:xfrm>
          <a:prstGeom prst="rect">
            <a:avLst/>
          </a:prstGeom>
        </p:spPr>
        <p:txBody>
          <a:bodyPr lIns="0" tIns="0" rIns="0" bIns="0"/>
          <a:lstStyle>
            <a:lvl1pPr marL="171450" indent="-171450">
              <a:lnSpc>
                <a:spcPct val="90000"/>
              </a:lnSpc>
              <a:spcBef>
                <a:spcPts val="1000"/>
              </a:spcBef>
              <a:buClrTx/>
              <a:buFont typeface="Arial" panose="020B0604020202020204" pitchFamily="34" charset="0"/>
              <a:buChar char="•"/>
              <a:defRPr sz="2000">
                <a:solidFill>
                  <a:schemeClr val="tx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Title 28"/>
          <p:cNvSpPr>
            <a:spLocks noGrp="1"/>
          </p:cNvSpPr>
          <p:nvPr>
            <p:ph type="title" hasCustomPrompt="1"/>
          </p:nvPr>
        </p:nvSpPr>
        <p:spPr bwMode="gray">
          <a:xfrm>
            <a:off x="6856412" y="442528"/>
            <a:ext cx="4572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0AFBC96C-E04F-90E6-1BBE-C65ECD6E5C14}"/>
              </a:ext>
            </a:extLst>
          </p:cNvPr>
          <p:cNvSpPr>
            <a:spLocks noGrp="1"/>
          </p:cNvSpPr>
          <p:nvPr>
            <p:ph type="sldNum" sz="quarter" idx="19"/>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2242055685"/>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rgbClr val="1E0113"/>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094412" cy="6858000"/>
          </a:xfrm>
          <a:prstGeom prst="rect">
            <a:avLst/>
          </a:prstGeom>
        </p:spPr>
        <p:txBody>
          <a:bodyPr anchor="ctr"/>
          <a:lstStyle>
            <a:lvl1pPr marL="0" indent="0" algn="ctr">
              <a:buNone/>
              <a:defRPr sz="2400">
                <a:solidFill>
                  <a:schemeClr val="accent1"/>
                </a:solidFill>
              </a:defRPr>
            </a:lvl1pPr>
          </a:lstStyle>
          <a:p>
            <a:r>
              <a:rPr lang="zh-CN" altLang="en-US"/>
              <a:t>单击图标添加图片</a:t>
            </a:r>
            <a:endParaRPr lang="en-US"/>
          </a:p>
        </p:txBody>
      </p:sp>
      <p:sp>
        <p:nvSpPr>
          <p:cNvPr id="9" name="Content Placeholder 2"/>
          <p:cNvSpPr>
            <a:spLocks noGrp="1"/>
          </p:cNvSpPr>
          <p:nvPr>
            <p:ph sz="half" idx="18"/>
          </p:nvPr>
        </p:nvSpPr>
        <p:spPr bwMode="gray">
          <a:xfrm>
            <a:off x="6856414" y="1307592"/>
            <a:ext cx="4572000" cy="4788408"/>
          </a:xfrm>
          <a:prstGeom prst="rect">
            <a:avLst/>
          </a:prstGeom>
        </p:spPr>
        <p:txBody>
          <a:bodyPr lIns="0" tIns="0" rIns="0" bIns="0"/>
          <a:lstStyle>
            <a:lvl1pPr marL="171450" indent="-171450">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93" indent="-228560">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938"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7033" indent="-156606">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431" indent="-150258">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1" name="Title 28"/>
          <p:cNvSpPr>
            <a:spLocks noGrp="1"/>
          </p:cNvSpPr>
          <p:nvPr>
            <p:ph type="title" hasCustomPrompt="1"/>
          </p:nvPr>
        </p:nvSpPr>
        <p:spPr bwMode="gray">
          <a:xfrm>
            <a:off x="6856413" y="442528"/>
            <a:ext cx="4572001"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title</a:t>
            </a:r>
          </a:p>
        </p:txBody>
      </p:sp>
      <p:sp>
        <p:nvSpPr>
          <p:cNvPr id="2" name="Slide Number Placeholder 1">
            <a:extLst>
              <a:ext uri="{FF2B5EF4-FFF2-40B4-BE49-F238E27FC236}">
                <a16:creationId xmlns:a16="http://schemas.microsoft.com/office/drawing/2014/main" id="{E5A84DA8-2577-7EF4-6122-06E4DEEB80AF}"/>
              </a:ext>
            </a:extLst>
          </p:cNvPr>
          <p:cNvSpPr>
            <a:spLocks noGrp="1"/>
          </p:cNvSpPr>
          <p:nvPr>
            <p:ph type="sldNum" sz="quarter" idx="19"/>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67629703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10671049" cy="418576"/>
          </a:xfrm>
          <a:prstGeom prst="rect">
            <a:avLst/>
          </a:prstGeom>
        </p:spPr>
        <p:txBody>
          <a:bodyPr wrap="square" lIns="0" tIns="0" rIns="0" bIns="0" anchor="t" anchorCtr="0">
            <a:sp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414" y="1524000"/>
            <a:ext cx="10668000" cy="4572000"/>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BBE9C038-E754-006F-B382-D714EB949571}"/>
              </a:ext>
            </a:extLst>
          </p:cNvPr>
          <p:cNvSpPr>
            <a:spLocks noGrp="1"/>
          </p:cNvSpPr>
          <p:nvPr>
            <p:ph type="sldNum" sz="quarter" idx="11"/>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113576614"/>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hart Slide_Black">
    <p:bg>
      <p:bgPr>
        <a:solidFill>
          <a:srgbClr val="1E0113"/>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760412" y="442528"/>
            <a:ext cx="1066800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bg1"/>
                </a:solidFill>
                <a:latin typeface="Arial" pitchFamily="34" charset="0"/>
                <a:ea typeface="+mn-ea"/>
                <a:cs typeface="Arial" pitchFamily="34" charset="0"/>
              </a:defRPr>
            </a:lvl1pPr>
          </a:lstStyle>
          <a:p>
            <a:r>
              <a:rPr lang="en-US"/>
              <a:t>Click to edit master title</a:t>
            </a:r>
          </a:p>
        </p:txBody>
      </p:sp>
      <p:sp>
        <p:nvSpPr>
          <p:cNvPr id="9" name="Chart Placeholder 2"/>
          <p:cNvSpPr>
            <a:spLocks noGrp="1"/>
          </p:cNvSpPr>
          <p:nvPr>
            <p:ph type="chart" sz="quarter" idx="10" hasCustomPrompt="1"/>
          </p:nvPr>
        </p:nvSpPr>
        <p:spPr bwMode="gray">
          <a:xfrm>
            <a:off x="760414" y="1523999"/>
            <a:ext cx="10668000" cy="4572001"/>
          </a:xfrm>
          <a:prstGeom prst="rect">
            <a:avLst/>
          </a:prstGeom>
        </p:spPr>
        <p:txBody>
          <a:bodyPr lIns="121899" tIns="853291" rIns="121899" bIns="60949" anchor="ctr" anchorCtr="0"/>
          <a:lstStyle>
            <a:lvl1pPr marL="0" indent="0" algn="ctr">
              <a:buFontTx/>
              <a:buNone/>
              <a:defRPr sz="2400" baseline="0">
                <a:solidFill>
                  <a:schemeClr val="bg1"/>
                </a:solidFill>
              </a:defRPr>
            </a:lvl1pPr>
          </a:lstStyle>
          <a:p>
            <a:r>
              <a:rPr lang="en-US"/>
              <a:t>Click icon to create chart</a:t>
            </a:r>
          </a:p>
        </p:txBody>
      </p:sp>
      <p:sp>
        <p:nvSpPr>
          <p:cNvPr id="2" name="Slide Number Placeholder 1">
            <a:extLst>
              <a:ext uri="{FF2B5EF4-FFF2-40B4-BE49-F238E27FC236}">
                <a16:creationId xmlns:a16="http://schemas.microsoft.com/office/drawing/2014/main" id="{A1222CEF-FCD3-E840-7AE1-E900A5D59CF2}"/>
              </a:ext>
            </a:extLst>
          </p:cNvPr>
          <p:cNvSpPr>
            <a:spLocks noGrp="1"/>
          </p:cNvSpPr>
          <p:nvPr>
            <p:ph type="sldNum" sz="quarter" idx="11"/>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4230333210"/>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2E9409-35B8-57EB-2941-154C5CA02C34}"/>
              </a:ext>
            </a:extLst>
          </p:cNvPr>
          <p:cNvSpPr>
            <a:spLocks noGrp="1"/>
          </p:cNvSpPr>
          <p:nvPr>
            <p:ph type="sldNum" sz="quarter" idx="10"/>
          </p:nvPr>
        </p:nvSpPr>
        <p:spPr/>
        <p:txBody>
          <a:bodyPr/>
          <a:lstStyle/>
          <a:p>
            <a:fld id="{6D22F896-40B5-4ADD-8801-0D06FADFA095}" type="slidenum">
              <a:rPr lang="en-US" smtClean="0"/>
              <a:pPr/>
              <a:t>‹#›</a:t>
            </a:fld>
            <a:endParaRPr lang="en-US"/>
          </a:p>
        </p:txBody>
      </p:sp>
    </p:spTree>
    <p:extLst>
      <p:ext uri="{BB962C8B-B14F-4D97-AF65-F5344CB8AC3E}">
        <p14:creationId xmlns:p14="http://schemas.microsoft.com/office/powerpoint/2010/main" val="3463835932"/>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rgbClr val="1E0113"/>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94B782-D6B1-E164-080E-40821B7DAFAF}"/>
              </a:ext>
            </a:extLst>
          </p:cNvPr>
          <p:cNvSpPr>
            <a:spLocks noGrp="1"/>
          </p:cNvSpPr>
          <p:nvPr>
            <p:ph type="sldNum" sz="quarter" idx="10"/>
          </p:nvPr>
        </p:nvSpPr>
        <p:spPr/>
        <p:txBody>
          <a:bodyPr/>
          <a:lstStyle>
            <a:lvl1pPr>
              <a:defRPr>
                <a:solidFill>
                  <a:schemeClr val="bg1"/>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1737376891"/>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4DB0252-2F51-9D54-5F87-47E8112037C5}"/>
              </a:ext>
            </a:extLst>
          </p:cNvPr>
          <p:cNvGrpSpPr/>
          <p:nvPr userDrawn="1"/>
        </p:nvGrpSpPr>
        <p:grpSpPr>
          <a:xfrm>
            <a:off x="9390324" y="936748"/>
            <a:ext cx="1965963" cy="1042086"/>
            <a:chOff x="4988072" y="501936"/>
            <a:chExt cx="1978802" cy="1051017"/>
          </a:xfrm>
          <a:solidFill>
            <a:srgbClr val="4D144A"/>
          </a:solidFill>
        </p:grpSpPr>
        <p:sp>
          <p:nvSpPr>
            <p:cNvPr id="85" name="Freeform 5">
              <a:extLst>
                <a:ext uri="{FF2B5EF4-FFF2-40B4-BE49-F238E27FC236}">
                  <a16:creationId xmlns:a16="http://schemas.microsoft.com/office/drawing/2014/main" id="{433FD598-576F-FFF0-672B-6A9B1AF51242}"/>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6">
              <a:extLst>
                <a:ext uri="{FF2B5EF4-FFF2-40B4-BE49-F238E27FC236}">
                  <a16:creationId xmlns:a16="http://schemas.microsoft.com/office/drawing/2014/main" id="{824AAD10-C96C-2D4A-15C2-1D354C7C691E}"/>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7">
              <a:extLst>
                <a:ext uri="{FF2B5EF4-FFF2-40B4-BE49-F238E27FC236}">
                  <a16:creationId xmlns:a16="http://schemas.microsoft.com/office/drawing/2014/main" id="{8776387C-7DBE-0FBD-3AED-689433E76864}"/>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8">
              <a:extLst>
                <a:ext uri="{FF2B5EF4-FFF2-40B4-BE49-F238E27FC236}">
                  <a16:creationId xmlns:a16="http://schemas.microsoft.com/office/drawing/2014/main" id="{262E0FEC-2981-11B0-3D88-8A94D08178CF}"/>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9">
              <a:extLst>
                <a:ext uri="{FF2B5EF4-FFF2-40B4-BE49-F238E27FC236}">
                  <a16:creationId xmlns:a16="http://schemas.microsoft.com/office/drawing/2014/main" id="{FECC1288-545E-BDB4-6462-3EE5544D7025}"/>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10">
              <a:extLst>
                <a:ext uri="{FF2B5EF4-FFF2-40B4-BE49-F238E27FC236}">
                  <a16:creationId xmlns:a16="http://schemas.microsoft.com/office/drawing/2014/main" id="{9DB49BE1-F1C8-5A4F-1BE7-B9C5B671A4B9}"/>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11">
              <a:extLst>
                <a:ext uri="{FF2B5EF4-FFF2-40B4-BE49-F238E27FC236}">
                  <a16:creationId xmlns:a16="http://schemas.microsoft.com/office/drawing/2014/main" id="{5700CEE7-82FA-F314-D150-00348A9C1993}"/>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2">
              <a:extLst>
                <a:ext uri="{FF2B5EF4-FFF2-40B4-BE49-F238E27FC236}">
                  <a16:creationId xmlns:a16="http://schemas.microsoft.com/office/drawing/2014/main" id="{FC0AB9F7-3D02-4537-31F6-D98B2250C9F3}"/>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3">
              <a:extLst>
                <a:ext uri="{FF2B5EF4-FFF2-40B4-BE49-F238E27FC236}">
                  <a16:creationId xmlns:a16="http://schemas.microsoft.com/office/drawing/2014/main" id="{12D11DBC-90A7-4337-F6CB-C20DBD872CBD}"/>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14">
              <a:extLst>
                <a:ext uri="{FF2B5EF4-FFF2-40B4-BE49-F238E27FC236}">
                  <a16:creationId xmlns:a16="http://schemas.microsoft.com/office/drawing/2014/main" id="{F524D8E9-37C3-A27E-30E8-DF8ACF25D41F}"/>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15">
              <a:extLst>
                <a:ext uri="{FF2B5EF4-FFF2-40B4-BE49-F238E27FC236}">
                  <a16:creationId xmlns:a16="http://schemas.microsoft.com/office/drawing/2014/main" id="{083673F6-E265-4005-D62C-293234A8CE09}"/>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16">
              <a:extLst>
                <a:ext uri="{FF2B5EF4-FFF2-40B4-BE49-F238E27FC236}">
                  <a16:creationId xmlns:a16="http://schemas.microsoft.com/office/drawing/2014/main" id="{4F04928C-BA06-2085-F636-A4F44FC6E987}"/>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17">
              <a:extLst>
                <a:ext uri="{FF2B5EF4-FFF2-40B4-BE49-F238E27FC236}">
                  <a16:creationId xmlns:a16="http://schemas.microsoft.com/office/drawing/2014/main" id="{0B7609F1-6889-0F3F-1078-1078D3AEDAE7}"/>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Rectangle 18">
              <a:extLst>
                <a:ext uri="{FF2B5EF4-FFF2-40B4-BE49-F238E27FC236}">
                  <a16:creationId xmlns:a16="http://schemas.microsoft.com/office/drawing/2014/main" id="{14DEDB85-DF79-F93C-595F-4B0E6B36F339}"/>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19">
              <a:extLst>
                <a:ext uri="{FF2B5EF4-FFF2-40B4-BE49-F238E27FC236}">
                  <a16:creationId xmlns:a16="http://schemas.microsoft.com/office/drawing/2014/main" id="{481DD98C-1DDB-14FF-BA62-46FAD00BAA89}"/>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0">
              <a:extLst>
                <a:ext uri="{FF2B5EF4-FFF2-40B4-BE49-F238E27FC236}">
                  <a16:creationId xmlns:a16="http://schemas.microsoft.com/office/drawing/2014/main" id="{BDC10D2B-8240-1306-CC54-B3F0CF2378C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1">
              <a:extLst>
                <a:ext uri="{FF2B5EF4-FFF2-40B4-BE49-F238E27FC236}">
                  <a16:creationId xmlns:a16="http://schemas.microsoft.com/office/drawing/2014/main" id="{A2A74FC7-B210-AC23-8BAD-A8CEF20144F7}"/>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2">
              <a:extLst>
                <a:ext uri="{FF2B5EF4-FFF2-40B4-BE49-F238E27FC236}">
                  <a16:creationId xmlns:a16="http://schemas.microsoft.com/office/drawing/2014/main" id="{ACC82ECF-72D6-6ED9-EF73-7495DE192F95}"/>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3">
              <a:extLst>
                <a:ext uri="{FF2B5EF4-FFF2-40B4-BE49-F238E27FC236}">
                  <a16:creationId xmlns:a16="http://schemas.microsoft.com/office/drawing/2014/main" id="{22DAB937-2E79-C195-4D0E-AD10E570DD17}"/>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4">
              <a:extLst>
                <a:ext uri="{FF2B5EF4-FFF2-40B4-BE49-F238E27FC236}">
                  <a16:creationId xmlns:a16="http://schemas.microsoft.com/office/drawing/2014/main" id="{10B466F6-F9DE-C9E9-D98F-5CB17B8BE4DB}"/>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
              <a:extLst>
                <a:ext uri="{FF2B5EF4-FFF2-40B4-BE49-F238E27FC236}">
                  <a16:creationId xmlns:a16="http://schemas.microsoft.com/office/drawing/2014/main" id="{AD3E18E3-90EA-4D54-E039-6221DAC55953}"/>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Rectangle 26">
              <a:extLst>
                <a:ext uri="{FF2B5EF4-FFF2-40B4-BE49-F238E27FC236}">
                  <a16:creationId xmlns:a16="http://schemas.microsoft.com/office/drawing/2014/main" id="{144E16EA-4F3F-420C-5D8D-753A1E9F0B11}"/>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Rectangle 27">
              <a:extLst>
                <a:ext uri="{FF2B5EF4-FFF2-40B4-BE49-F238E27FC236}">
                  <a16:creationId xmlns:a16="http://schemas.microsoft.com/office/drawing/2014/main" id="{E009FD22-AB72-D26D-205F-29DF66B5BFFA}"/>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 name="Group 2">
            <a:extLst>
              <a:ext uri="{FF2B5EF4-FFF2-40B4-BE49-F238E27FC236}">
                <a16:creationId xmlns:a16="http://schemas.microsoft.com/office/drawing/2014/main" id="{1C38DDA1-EC9C-CA43-6B38-399660A513F2}"/>
              </a:ext>
            </a:extLst>
          </p:cNvPr>
          <p:cNvGrpSpPr/>
          <p:nvPr userDrawn="1"/>
        </p:nvGrpSpPr>
        <p:grpSpPr>
          <a:xfrm>
            <a:off x="11556230" y="767096"/>
            <a:ext cx="634181" cy="1898696"/>
            <a:chOff x="11556230" y="767096"/>
            <a:chExt cx="634181" cy="1898696"/>
          </a:xfrm>
        </p:grpSpPr>
        <p:sp>
          <p:nvSpPr>
            <p:cNvPr id="77" name="Rectangle 28">
              <a:extLst>
                <a:ext uri="{FF2B5EF4-FFF2-40B4-BE49-F238E27FC236}">
                  <a16:creationId xmlns:a16="http://schemas.microsoft.com/office/drawing/2014/main" id="{FB305569-AB33-7799-ED76-68F103CE5B8C}"/>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78" name="Group 77">
              <a:extLst>
                <a:ext uri="{FF2B5EF4-FFF2-40B4-BE49-F238E27FC236}">
                  <a16:creationId xmlns:a16="http://schemas.microsoft.com/office/drawing/2014/main" id="{DC4D5431-76CB-4561-B2E0-664C3E75E88C}"/>
                </a:ext>
              </a:extLst>
            </p:cNvPr>
            <p:cNvGrpSpPr/>
            <p:nvPr userDrawn="1"/>
          </p:nvGrpSpPr>
          <p:grpSpPr>
            <a:xfrm>
              <a:off x="11701122" y="936748"/>
              <a:ext cx="321494" cy="1552800"/>
              <a:chOff x="7313961" y="501936"/>
              <a:chExt cx="323594" cy="1566108"/>
            </a:xfrm>
          </p:grpSpPr>
          <p:sp>
            <p:nvSpPr>
              <p:cNvPr id="79" name="Freeform 29">
                <a:extLst>
                  <a:ext uri="{FF2B5EF4-FFF2-40B4-BE49-F238E27FC236}">
                    <a16:creationId xmlns:a16="http://schemas.microsoft.com/office/drawing/2014/main" id="{9EB7EA56-59D4-7E58-E9A3-5C4585DF00FE}"/>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30">
                <a:extLst>
                  <a:ext uri="{FF2B5EF4-FFF2-40B4-BE49-F238E27FC236}">
                    <a16:creationId xmlns:a16="http://schemas.microsoft.com/office/drawing/2014/main" id="{93B05BBE-DBEC-684B-B012-F63384131C10}"/>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31">
                <a:extLst>
                  <a:ext uri="{FF2B5EF4-FFF2-40B4-BE49-F238E27FC236}">
                    <a16:creationId xmlns:a16="http://schemas.microsoft.com/office/drawing/2014/main" id="{972F0292-22E7-DDB2-79F6-6703AF74768F}"/>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32">
                <a:extLst>
                  <a:ext uri="{FF2B5EF4-FFF2-40B4-BE49-F238E27FC236}">
                    <a16:creationId xmlns:a16="http://schemas.microsoft.com/office/drawing/2014/main" id="{8FB3E4DF-D685-E83E-C831-3D30D6486411}"/>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33">
                <a:extLst>
                  <a:ext uri="{FF2B5EF4-FFF2-40B4-BE49-F238E27FC236}">
                    <a16:creationId xmlns:a16="http://schemas.microsoft.com/office/drawing/2014/main" id="{7E51460F-8A6D-E455-ADF5-BF3600A7DAC9}"/>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34">
                <a:extLst>
                  <a:ext uri="{FF2B5EF4-FFF2-40B4-BE49-F238E27FC236}">
                    <a16:creationId xmlns:a16="http://schemas.microsoft.com/office/drawing/2014/main" id="{9296505E-2DA9-07F7-31C5-6D802244B0F4}"/>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12" name="Picture 11">
            <a:extLst>
              <a:ext uri="{FF2B5EF4-FFF2-40B4-BE49-F238E27FC236}">
                <a16:creationId xmlns:a16="http://schemas.microsoft.com/office/drawing/2014/main" id="{65866607-25A7-FC68-0DCF-36B98EC529BE}"/>
              </a:ext>
            </a:extLst>
          </p:cNvPr>
          <p:cNvPicPr>
            <a:picLocks noChangeAspect="1"/>
          </p:cNvPicPr>
          <p:nvPr userDrawn="1"/>
        </p:nvPicPr>
        <p:blipFill>
          <a:blip r:embed="rId2"/>
          <a:stretch>
            <a:fillRect/>
          </a:stretch>
        </p:blipFill>
        <p:spPr>
          <a:xfrm>
            <a:off x="1538947" y="3561907"/>
            <a:ext cx="7852329" cy="1774090"/>
          </a:xfrm>
          <a:prstGeom prst="rect">
            <a:avLst/>
          </a:prstGeom>
        </p:spPr>
      </p:pic>
    </p:spTree>
    <p:extLst>
      <p:ext uri="{BB962C8B-B14F-4D97-AF65-F5344CB8AC3E}">
        <p14:creationId xmlns:p14="http://schemas.microsoft.com/office/powerpoint/2010/main" val="180384158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solidFill>
          <a:srgbClr val="1E011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7F7FEAA-CD25-31FD-0E8A-E47145F5F9EB}"/>
              </a:ext>
            </a:extLst>
          </p:cNvPr>
          <p:cNvGrpSpPr/>
          <p:nvPr userDrawn="1"/>
        </p:nvGrpSpPr>
        <p:grpSpPr>
          <a:xfrm>
            <a:off x="9390324" y="767096"/>
            <a:ext cx="2800087" cy="1898696"/>
            <a:chOff x="9390324" y="767096"/>
            <a:chExt cx="2800087" cy="1898696"/>
          </a:xfrm>
        </p:grpSpPr>
        <p:grpSp>
          <p:nvGrpSpPr>
            <p:cNvPr id="63" name="Group 62">
              <a:extLst>
                <a:ext uri="{FF2B5EF4-FFF2-40B4-BE49-F238E27FC236}">
                  <a16:creationId xmlns:a16="http://schemas.microsoft.com/office/drawing/2014/main" id="{DBC4C027-8FC0-71EF-963F-3B8A0447C1E8}"/>
                </a:ext>
              </a:extLst>
            </p:cNvPr>
            <p:cNvGrpSpPr/>
            <p:nvPr userDrawn="1"/>
          </p:nvGrpSpPr>
          <p:grpSpPr>
            <a:xfrm>
              <a:off x="9390324" y="936748"/>
              <a:ext cx="1965963" cy="1042086"/>
              <a:chOff x="4988072" y="501936"/>
              <a:chExt cx="1978802" cy="1051017"/>
            </a:xfrm>
            <a:solidFill>
              <a:schemeClr val="bg1"/>
            </a:solidFill>
          </p:grpSpPr>
          <p:sp>
            <p:nvSpPr>
              <p:cNvPr id="72" name="Freeform 5">
                <a:extLst>
                  <a:ext uri="{FF2B5EF4-FFF2-40B4-BE49-F238E27FC236}">
                    <a16:creationId xmlns:a16="http://schemas.microsoft.com/office/drawing/2014/main" id="{AC114BA7-B808-0C61-F4C4-498846EB2C1F}"/>
                  </a:ext>
                </a:extLst>
              </p:cNvPr>
              <p:cNvSpPr>
                <a:spLocks/>
              </p:cNvSpPr>
              <p:nvPr userDrawn="1"/>
            </p:nvSpPr>
            <p:spPr bwMode="auto">
              <a:xfrm>
                <a:off x="5559016" y="501936"/>
                <a:ext cx="218094" cy="282813"/>
              </a:xfrm>
              <a:custGeom>
                <a:avLst/>
                <a:gdLst>
                  <a:gd name="T0" fmla="*/ 0 w 502"/>
                  <a:gd name="T1" fmla="*/ 550 h 651"/>
                  <a:gd name="T2" fmla="*/ 83 w 502"/>
                  <a:gd name="T3" fmla="*/ 451 h 651"/>
                  <a:gd name="T4" fmla="*/ 272 w 502"/>
                  <a:gd name="T5" fmla="*/ 528 h 651"/>
                  <a:gd name="T6" fmla="*/ 363 w 502"/>
                  <a:gd name="T7" fmla="*/ 469 h 651"/>
                  <a:gd name="T8" fmla="*/ 363 w 502"/>
                  <a:gd name="T9" fmla="*/ 467 h 651"/>
                  <a:gd name="T10" fmla="*/ 236 w 502"/>
                  <a:gd name="T11" fmla="*/ 386 h 651"/>
                  <a:gd name="T12" fmla="*/ 26 w 502"/>
                  <a:gd name="T13" fmla="*/ 192 h 651"/>
                  <a:gd name="T14" fmla="*/ 26 w 502"/>
                  <a:gd name="T15" fmla="*/ 191 h 651"/>
                  <a:gd name="T16" fmla="*/ 247 w 502"/>
                  <a:gd name="T17" fmla="*/ 0 h 651"/>
                  <a:gd name="T18" fmla="*/ 483 w 502"/>
                  <a:gd name="T19" fmla="*/ 80 h 651"/>
                  <a:gd name="T20" fmla="*/ 410 w 502"/>
                  <a:gd name="T21" fmla="*/ 185 h 651"/>
                  <a:gd name="T22" fmla="*/ 246 w 502"/>
                  <a:gd name="T23" fmla="*/ 123 h 651"/>
                  <a:gd name="T24" fmla="*/ 164 w 502"/>
                  <a:gd name="T25" fmla="*/ 178 h 651"/>
                  <a:gd name="T26" fmla="*/ 164 w 502"/>
                  <a:gd name="T27" fmla="*/ 180 h 651"/>
                  <a:gd name="T28" fmla="*/ 301 w 502"/>
                  <a:gd name="T29" fmla="*/ 263 h 651"/>
                  <a:gd name="T30" fmla="*/ 502 w 502"/>
                  <a:gd name="T31" fmla="*/ 453 h 651"/>
                  <a:gd name="T32" fmla="*/ 502 w 502"/>
                  <a:gd name="T33" fmla="*/ 455 h 651"/>
                  <a:gd name="T34" fmla="*/ 269 w 502"/>
                  <a:gd name="T35" fmla="*/ 651 h 651"/>
                  <a:gd name="T36" fmla="*/ 0 w 502"/>
                  <a:gd name="T37" fmla="*/ 550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651">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6">
                <a:extLst>
                  <a:ext uri="{FF2B5EF4-FFF2-40B4-BE49-F238E27FC236}">
                    <a16:creationId xmlns:a16="http://schemas.microsoft.com/office/drawing/2014/main" id="{03055FF5-EB33-F09D-784D-C7AD01880326}"/>
                  </a:ext>
                </a:extLst>
              </p:cNvPr>
              <p:cNvSpPr>
                <a:spLocks/>
              </p:cNvSpPr>
              <p:nvPr userDrawn="1"/>
            </p:nvSpPr>
            <p:spPr bwMode="auto">
              <a:xfrm>
                <a:off x="5791295" y="566212"/>
                <a:ext cx="322264" cy="214547"/>
              </a:xfrm>
              <a:custGeom>
                <a:avLst/>
                <a:gdLst>
                  <a:gd name="T0" fmla="*/ 0 w 741"/>
                  <a:gd name="T1" fmla="*/ 9 h 494"/>
                  <a:gd name="T2" fmla="*/ 138 w 741"/>
                  <a:gd name="T3" fmla="*/ 9 h 494"/>
                  <a:gd name="T4" fmla="*/ 138 w 741"/>
                  <a:gd name="T5" fmla="*/ 78 h 494"/>
                  <a:gd name="T6" fmla="*/ 281 w 741"/>
                  <a:gd name="T7" fmla="*/ 0 h 494"/>
                  <a:gd name="T8" fmla="*/ 418 w 741"/>
                  <a:gd name="T9" fmla="*/ 77 h 494"/>
                  <a:gd name="T10" fmla="*/ 577 w 741"/>
                  <a:gd name="T11" fmla="*/ 0 h 494"/>
                  <a:gd name="T12" fmla="*/ 741 w 741"/>
                  <a:gd name="T13" fmla="*/ 178 h 494"/>
                  <a:gd name="T14" fmla="*/ 741 w 741"/>
                  <a:gd name="T15" fmla="*/ 494 h 494"/>
                  <a:gd name="T16" fmla="*/ 603 w 741"/>
                  <a:gd name="T17" fmla="*/ 494 h 494"/>
                  <a:gd name="T18" fmla="*/ 603 w 741"/>
                  <a:gd name="T19" fmla="*/ 224 h 494"/>
                  <a:gd name="T20" fmla="*/ 523 w 741"/>
                  <a:gd name="T21" fmla="*/ 125 h 494"/>
                  <a:gd name="T22" fmla="*/ 439 w 741"/>
                  <a:gd name="T23" fmla="*/ 224 h 494"/>
                  <a:gd name="T24" fmla="*/ 439 w 741"/>
                  <a:gd name="T25" fmla="*/ 494 h 494"/>
                  <a:gd name="T26" fmla="*/ 302 w 741"/>
                  <a:gd name="T27" fmla="*/ 494 h 494"/>
                  <a:gd name="T28" fmla="*/ 302 w 741"/>
                  <a:gd name="T29" fmla="*/ 224 h 494"/>
                  <a:gd name="T30" fmla="*/ 221 w 741"/>
                  <a:gd name="T31" fmla="*/ 125 h 494"/>
                  <a:gd name="T32" fmla="*/ 138 w 741"/>
                  <a:gd name="T33" fmla="*/ 224 h 494"/>
                  <a:gd name="T34" fmla="*/ 138 w 741"/>
                  <a:gd name="T35" fmla="*/ 494 h 494"/>
                  <a:gd name="T36" fmla="*/ 0 w 741"/>
                  <a:gd name="T37" fmla="*/ 494 h 494"/>
                  <a:gd name="T38" fmla="*/ 0 w 741"/>
                  <a:gd name="T39"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41" h="494">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7">
                <a:extLst>
                  <a:ext uri="{FF2B5EF4-FFF2-40B4-BE49-F238E27FC236}">
                    <a16:creationId xmlns:a16="http://schemas.microsoft.com/office/drawing/2014/main" id="{EF0C28DE-3EA0-613C-F6F5-A668E5A933D2}"/>
                  </a:ext>
                </a:extLst>
              </p:cNvPr>
              <p:cNvSpPr>
                <a:spLocks noEditPoints="1"/>
              </p:cNvSpPr>
              <p:nvPr userDrawn="1"/>
            </p:nvSpPr>
            <p:spPr bwMode="auto">
              <a:xfrm>
                <a:off x="6125971" y="567985"/>
                <a:ext cx="193713" cy="216764"/>
              </a:xfrm>
              <a:custGeom>
                <a:avLst/>
                <a:gdLst>
                  <a:gd name="T0" fmla="*/ 0 w 446"/>
                  <a:gd name="T1" fmla="*/ 351 h 499"/>
                  <a:gd name="T2" fmla="*/ 0 w 446"/>
                  <a:gd name="T3" fmla="*/ 349 h 499"/>
                  <a:gd name="T4" fmla="*/ 195 w 446"/>
                  <a:gd name="T5" fmla="*/ 194 h 499"/>
                  <a:gd name="T6" fmla="*/ 314 w 446"/>
                  <a:gd name="T7" fmla="*/ 214 h 499"/>
                  <a:gd name="T8" fmla="*/ 314 w 446"/>
                  <a:gd name="T9" fmla="*/ 206 h 499"/>
                  <a:gd name="T10" fmla="*/ 210 w 446"/>
                  <a:gd name="T11" fmla="*/ 117 h 499"/>
                  <a:gd name="T12" fmla="*/ 76 w 446"/>
                  <a:gd name="T13" fmla="*/ 144 h 499"/>
                  <a:gd name="T14" fmla="*/ 42 w 446"/>
                  <a:gd name="T15" fmla="*/ 39 h 499"/>
                  <a:gd name="T16" fmla="*/ 230 w 446"/>
                  <a:gd name="T17" fmla="*/ 0 h 499"/>
                  <a:gd name="T18" fmla="*/ 394 w 446"/>
                  <a:gd name="T19" fmla="*/ 54 h 499"/>
                  <a:gd name="T20" fmla="*/ 446 w 446"/>
                  <a:gd name="T21" fmla="*/ 209 h 499"/>
                  <a:gd name="T22" fmla="*/ 446 w 446"/>
                  <a:gd name="T23" fmla="*/ 490 h 499"/>
                  <a:gd name="T24" fmla="*/ 313 w 446"/>
                  <a:gd name="T25" fmla="*/ 490 h 499"/>
                  <a:gd name="T26" fmla="*/ 313 w 446"/>
                  <a:gd name="T27" fmla="*/ 438 h 499"/>
                  <a:gd name="T28" fmla="*/ 166 w 446"/>
                  <a:gd name="T29" fmla="*/ 499 h 499"/>
                  <a:gd name="T30" fmla="*/ 0 w 446"/>
                  <a:gd name="T31" fmla="*/ 351 h 499"/>
                  <a:gd name="T32" fmla="*/ 316 w 446"/>
                  <a:gd name="T33" fmla="*/ 319 h 499"/>
                  <a:gd name="T34" fmla="*/ 316 w 446"/>
                  <a:gd name="T35" fmla="*/ 295 h 499"/>
                  <a:gd name="T36" fmla="*/ 228 w 446"/>
                  <a:gd name="T37" fmla="*/ 277 h 499"/>
                  <a:gd name="T38" fmla="*/ 133 w 446"/>
                  <a:gd name="T39" fmla="*/ 344 h 499"/>
                  <a:gd name="T40" fmla="*/ 133 w 446"/>
                  <a:gd name="T41" fmla="*/ 346 h 499"/>
                  <a:gd name="T42" fmla="*/ 208 w 446"/>
                  <a:gd name="T43" fmla="*/ 404 h 499"/>
                  <a:gd name="T44" fmla="*/ 316 w 446"/>
                  <a:gd name="T45" fmla="*/ 319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99">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8">
                <a:extLst>
                  <a:ext uri="{FF2B5EF4-FFF2-40B4-BE49-F238E27FC236}">
                    <a16:creationId xmlns:a16="http://schemas.microsoft.com/office/drawing/2014/main" id="{AA3A9144-5E21-1340-D82E-781E8E03088B}"/>
                  </a:ext>
                </a:extLst>
              </p:cNvPr>
              <p:cNvSpPr>
                <a:spLocks/>
              </p:cNvSpPr>
              <p:nvPr userDrawn="1"/>
            </p:nvSpPr>
            <p:spPr bwMode="auto">
              <a:xfrm>
                <a:off x="6336529" y="564438"/>
                <a:ext cx="127665"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9">
                <a:extLst>
                  <a:ext uri="{FF2B5EF4-FFF2-40B4-BE49-F238E27FC236}">
                    <a16:creationId xmlns:a16="http://schemas.microsoft.com/office/drawing/2014/main" id="{16E502AF-0487-43AF-00DB-14F962B92CFF}"/>
                  </a:ext>
                </a:extLst>
              </p:cNvPr>
              <p:cNvSpPr>
                <a:spLocks/>
              </p:cNvSpPr>
              <p:nvPr userDrawn="1"/>
            </p:nvSpPr>
            <p:spPr bwMode="auto">
              <a:xfrm>
                <a:off x="6475719" y="516121"/>
                <a:ext cx="134757" cy="268184"/>
              </a:xfrm>
              <a:custGeom>
                <a:avLst/>
                <a:gdLst>
                  <a:gd name="T0" fmla="*/ 58 w 310"/>
                  <a:gd name="T1" fmla="*/ 472 h 617"/>
                  <a:gd name="T2" fmla="*/ 58 w 310"/>
                  <a:gd name="T3" fmla="*/ 242 h 617"/>
                  <a:gd name="T4" fmla="*/ 0 w 310"/>
                  <a:gd name="T5" fmla="*/ 242 h 617"/>
                  <a:gd name="T6" fmla="*/ 0 w 310"/>
                  <a:gd name="T7" fmla="*/ 124 h 617"/>
                  <a:gd name="T8" fmla="*/ 58 w 310"/>
                  <a:gd name="T9" fmla="*/ 124 h 617"/>
                  <a:gd name="T10" fmla="*/ 58 w 310"/>
                  <a:gd name="T11" fmla="*/ 0 h 617"/>
                  <a:gd name="T12" fmla="*/ 196 w 310"/>
                  <a:gd name="T13" fmla="*/ 0 h 617"/>
                  <a:gd name="T14" fmla="*/ 196 w 310"/>
                  <a:gd name="T15" fmla="*/ 124 h 617"/>
                  <a:gd name="T16" fmla="*/ 310 w 310"/>
                  <a:gd name="T17" fmla="*/ 124 h 617"/>
                  <a:gd name="T18" fmla="*/ 310 w 310"/>
                  <a:gd name="T19" fmla="*/ 242 h 617"/>
                  <a:gd name="T20" fmla="*/ 196 w 310"/>
                  <a:gd name="T21" fmla="*/ 242 h 617"/>
                  <a:gd name="T22" fmla="*/ 196 w 310"/>
                  <a:gd name="T23" fmla="*/ 449 h 617"/>
                  <a:gd name="T24" fmla="*/ 240 w 310"/>
                  <a:gd name="T25" fmla="*/ 496 h 617"/>
                  <a:gd name="T26" fmla="*/ 308 w 310"/>
                  <a:gd name="T27" fmla="*/ 479 h 617"/>
                  <a:gd name="T28" fmla="*/ 308 w 310"/>
                  <a:gd name="T29" fmla="*/ 589 h 617"/>
                  <a:gd name="T30" fmla="*/ 199 w 310"/>
                  <a:gd name="T31" fmla="*/ 617 h 617"/>
                  <a:gd name="T32" fmla="*/ 58 w 310"/>
                  <a:gd name="T33" fmla="*/ 472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7">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10">
                <a:extLst>
                  <a:ext uri="{FF2B5EF4-FFF2-40B4-BE49-F238E27FC236}">
                    <a16:creationId xmlns:a16="http://schemas.microsoft.com/office/drawing/2014/main" id="{0DE8FD0D-C28A-B61F-DFEE-6F90FAD7BFAA}"/>
                  </a:ext>
                </a:extLst>
              </p:cNvPr>
              <p:cNvSpPr>
                <a:spLocks noEditPoints="1"/>
              </p:cNvSpPr>
              <p:nvPr userDrawn="1"/>
            </p:nvSpPr>
            <p:spPr bwMode="auto">
              <a:xfrm>
                <a:off x="6618455" y="566212"/>
                <a:ext cx="207012" cy="219424"/>
              </a:xfrm>
              <a:custGeom>
                <a:avLst/>
                <a:gdLst>
                  <a:gd name="T0" fmla="*/ 0 w 476"/>
                  <a:gd name="T1" fmla="*/ 254 h 505"/>
                  <a:gd name="T2" fmla="*/ 0 w 476"/>
                  <a:gd name="T3" fmla="*/ 253 h 505"/>
                  <a:gd name="T4" fmla="*/ 240 w 476"/>
                  <a:gd name="T5" fmla="*/ 0 h 505"/>
                  <a:gd name="T6" fmla="*/ 476 w 476"/>
                  <a:gd name="T7" fmla="*/ 263 h 505"/>
                  <a:gd name="T8" fmla="*/ 475 w 476"/>
                  <a:gd name="T9" fmla="*/ 300 h 505"/>
                  <a:gd name="T10" fmla="*/ 137 w 476"/>
                  <a:gd name="T11" fmla="*/ 300 h 505"/>
                  <a:gd name="T12" fmla="*/ 256 w 476"/>
                  <a:gd name="T13" fmla="*/ 395 h 505"/>
                  <a:gd name="T14" fmla="*/ 373 w 476"/>
                  <a:gd name="T15" fmla="*/ 345 h 505"/>
                  <a:gd name="T16" fmla="*/ 452 w 476"/>
                  <a:gd name="T17" fmla="*/ 415 h 505"/>
                  <a:gd name="T18" fmla="*/ 254 w 476"/>
                  <a:gd name="T19" fmla="*/ 505 h 505"/>
                  <a:gd name="T20" fmla="*/ 0 w 476"/>
                  <a:gd name="T21" fmla="*/ 254 h 505"/>
                  <a:gd name="T22" fmla="*/ 342 w 476"/>
                  <a:gd name="T23" fmla="*/ 214 h 505"/>
                  <a:gd name="T24" fmla="*/ 240 w 476"/>
                  <a:gd name="T25" fmla="*/ 111 h 505"/>
                  <a:gd name="T26" fmla="*/ 135 w 476"/>
                  <a:gd name="T27" fmla="*/ 214 h 505"/>
                  <a:gd name="T28" fmla="*/ 342 w 476"/>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05">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11">
                <a:extLst>
                  <a:ext uri="{FF2B5EF4-FFF2-40B4-BE49-F238E27FC236}">
                    <a16:creationId xmlns:a16="http://schemas.microsoft.com/office/drawing/2014/main" id="{F351CFF9-9DD1-E9B5-EE76-334AE5F03491}"/>
                  </a:ext>
                </a:extLst>
              </p:cNvPr>
              <p:cNvSpPr>
                <a:spLocks/>
              </p:cNvSpPr>
              <p:nvPr userDrawn="1"/>
            </p:nvSpPr>
            <p:spPr bwMode="auto">
              <a:xfrm>
                <a:off x="6837879" y="564438"/>
                <a:ext cx="127221" cy="216321"/>
              </a:xfrm>
              <a:custGeom>
                <a:avLst/>
                <a:gdLst>
                  <a:gd name="T0" fmla="*/ 0 w 293"/>
                  <a:gd name="T1" fmla="*/ 13 h 498"/>
                  <a:gd name="T2" fmla="*/ 138 w 293"/>
                  <a:gd name="T3" fmla="*/ 13 h 498"/>
                  <a:gd name="T4" fmla="*/ 138 w 293"/>
                  <a:gd name="T5" fmla="*/ 111 h 498"/>
                  <a:gd name="T6" fmla="*/ 293 w 293"/>
                  <a:gd name="T7" fmla="*/ 4 h 498"/>
                  <a:gd name="T8" fmla="*/ 293 w 293"/>
                  <a:gd name="T9" fmla="*/ 148 h 498"/>
                  <a:gd name="T10" fmla="*/ 285 w 293"/>
                  <a:gd name="T11" fmla="*/ 148 h 498"/>
                  <a:gd name="T12" fmla="*/ 138 w 293"/>
                  <a:gd name="T13" fmla="*/ 319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12">
                <a:extLst>
                  <a:ext uri="{FF2B5EF4-FFF2-40B4-BE49-F238E27FC236}">
                    <a16:creationId xmlns:a16="http://schemas.microsoft.com/office/drawing/2014/main" id="{5CBDFCA1-F27C-774F-EB38-070587A34AB2}"/>
                  </a:ext>
                </a:extLst>
              </p:cNvPr>
              <p:cNvSpPr>
                <a:spLocks/>
              </p:cNvSpPr>
              <p:nvPr userDrawn="1"/>
            </p:nvSpPr>
            <p:spPr bwMode="auto">
              <a:xfrm>
                <a:off x="4988072" y="888476"/>
                <a:ext cx="134757" cy="268628"/>
              </a:xfrm>
              <a:custGeom>
                <a:avLst/>
                <a:gdLst>
                  <a:gd name="T0" fmla="*/ 58 w 310"/>
                  <a:gd name="T1" fmla="*/ 472 h 618"/>
                  <a:gd name="T2" fmla="*/ 58 w 310"/>
                  <a:gd name="T3" fmla="*/ 242 h 618"/>
                  <a:gd name="T4" fmla="*/ 0 w 310"/>
                  <a:gd name="T5" fmla="*/ 242 h 618"/>
                  <a:gd name="T6" fmla="*/ 0 w 310"/>
                  <a:gd name="T7" fmla="*/ 124 h 618"/>
                  <a:gd name="T8" fmla="*/ 58 w 310"/>
                  <a:gd name="T9" fmla="*/ 124 h 618"/>
                  <a:gd name="T10" fmla="*/ 58 w 310"/>
                  <a:gd name="T11" fmla="*/ 0 h 618"/>
                  <a:gd name="T12" fmla="*/ 195 w 310"/>
                  <a:gd name="T13" fmla="*/ 0 h 618"/>
                  <a:gd name="T14" fmla="*/ 195 w 310"/>
                  <a:gd name="T15" fmla="*/ 124 h 618"/>
                  <a:gd name="T16" fmla="*/ 310 w 310"/>
                  <a:gd name="T17" fmla="*/ 124 h 618"/>
                  <a:gd name="T18" fmla="*/ 310 w 310"/>
                  <a:gd name="T19" fmla="*/ 242 h 618"/>
                  <a:gd name="T20" fmla="*/ 195 w 310"/>
                  <a:gd name="T21" fmla="*/ 242 h 618"/>
                  <a:gd name="T22" fmla="*/ 195 w 310"/>
                  <a:gd name="T23" fmla="*/ 449 h 618"/>
                  <a:gd name="T24" fmla="*/ 240 w 310"/>
                  <a:gd name="T25" fmla="*/ 496 h 618"/>
                  <a:gd name="T26" fmla="*/ 308 w 310"/>
                  <a:gd name="T27" fmla="*/ 479 h 618"/>
                  <a:gd name="T28" fmla="*/ 308 w 310"/>
                  <a:gd name="T29" fmla="*/ 590 h 618"/>
                  <a:gd name="T30" fmla="*/ 199 w 310"/>
                  <a:gd name="T31" fmla="*/ 618 h 618"/>
                  <a:gd name="T32" fmla="*/ 58 w 310"/>
                  <a:gd name="T33" fmla="*/ 472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10" h="618">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13">
                <a:extLst>
                  <a:ext uri="{FF2B5EF4-FFF2-40B4-BE49-F238E27FC236}">
                    <a16:creationId xmlns:a16="http://schemas.microsoft.com/office/drawing/2014/main" id="{32C7C41D-9C2F-F9CB-F801-1289ECF5E586}"/>
                  </a:ext>
                </a:extLst>
              </p:cNvPr>
              <p:cNvSpPr>
                <a:spLocks noEditPoints="1"/>
              </p:cNvSpPr>
              <p:nvPr userDrawn="1"/>
            </p:nvSpPr>
            <p:spPr bwMode="auto">
              <a:xfrm>
                <a:off x="5131251" y="938123"/>
                <a:ext cx="207455" cy="219867"/>
              </a:xfrm>
              <a:custGeom>
                <a:avLst/>
                <a:gdLst>
                  <a:gd name="T0" fmla="*/ 0 w 477"/>
                  <a:gd name="T1" fmla="*/ 254 h 505"/>
                  <a:gd name="T2" fmla="*/ 0 w 477"/>
                  <a:gd name="T3" fmla="*/ 253 h 505"/>
                  <a:gd name="T4" fmla="*/ 240 w 477"/>
                  <a:gd name="T5" fmla="*/ 0 h 505"/>
                  <a:gd name="T6" fmla="*/ 477 w 477"/>
                  <a:gd name="T7" fmla="*/ 263 h 505"/>
                  <a:gd name="T8" fmla="*/ 475 w 477"/>
                  <a:gd name="T9" fmla="*/ 300 h 505"/>
                  <a:gd name="T10" fmla="*/ 137 w 477"/>
                  <a:gd name="T11" fmla="*/ 300 h 505"/>
                  <a:gd name="T12" fmla="*/ 256 w 477"/>
                  <a:gd name="T13" fmla="*/ 395 h 505"/>
                  <a:gd name="T14" fmla="*/ 373 w 477"/>
                  <a:gd name="T15" fmla="*/ 345 h 505"/>
                  <a:gd name="T16" fmla="*/ 452 w 477"/>
                  <a:gd name="T17" fmla="*/ 415 h 505"/>
                  <a:gd name="T18" fmla="*/ 254 w 477"/>
                  <a:gd name="T19" fmla="*/ 505 h 505"/>
                  <a:gd name="T20" fmla="*/ 0 w 477"/>
                  <a:gd name="T21" fmla="*/ 254 h 505"/>
                  <a:gd name="T22" fmla="*/ 343 w 477"/>
                  <a:gd name="T23" fmla="*/ 214 h 505"/>
                  <a:gd name="T24" fmla="*/ 240 w 477"/>
                  <a:gd name="T25" fmla="*/ 111 h 505"/>
                  <a:gd name="T26" fmla="*/ 135 w 477"/>
                  <a:gd name="T27" fmla="*/ 214 h 505"/>
                  <a:gd name="T28" fmla="*/ 343 w 477"/>
                  <a:gd name="T29" fmla="*/ 21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7" h="505">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14">
                <a:extLst>
                  <a:ext uri="{FF2B5EF4-FFF2-40B4-BE49-F238E27FC236}">
                    <a16:creationId xmlns:a16="http://schemas.microsoft.com/office/drawing/2014/main" id="{D3D8F53A-7C54-73FF-7202-68AF9530CEF8}"/>
                  </a:ext>
                </a:extLst>
              </p:cNvPr>
              <p:cNvSpPr>
                <a:spLocks/>
              </p:cNvSpPr>
              <p:nvPr userDrawn="1"/>
            </p:nvSpPr>
            <p:spPr bwMode="auto">
              <a:xfrm>
                <a:off x="5348015" y="938123"/>
                <a:ext cx="195486" cy="219867"/>
              </a:xfrm>
              <a:custGeom>
                <a:avLst/>
                <a:gdLst>
                  <a:gd name="T0" fmla="*/ 0 w 450"/>
                  <a:gd name="T1" fmla="*/ 254 h 505"/>
                  <a:gd name="T2" fmla="*/ 0 w 450"/>
                  <a:gd name="T3" fmla="*/ 253 h 505"/>
                  <a:gd name="T4" fmla="*/ 254 w 450"/>
                  <a:gd name="T5" fmla="*/ 0 h 505"/>
                  <a:gd name="T6" fmla="*/ 448 w 450"/>
                  <a:gd name="T7" fmla="*/ 82 h 505"/>
                  <a:gd name="T8" fmla="*/ 363 w 450"/>
                  <a:gd name="T9" fmla="*/ 172 h 505"/>
                  <a:gd name="T10" fmla="*/ 253 w 450"/>
                  <a:gd name="T11" fmla="*/ 119 h 505"/>
                  <a:gd name="T12" fmla="*/ 135 w 450"/>
                  <a:gd name="T13" fmla="*/ 251 h 505"/>
                  <a:gd name="T14" fmla="*/ 135 w 450"/>
                  <a:gd name="T15" fmla="*/ 253 h 505"/>
                  <a:gd name="T16" fmla="*/ 258 w 450"/>
                  <a:gd name="T17" fmla="*/ 387 h 505"/>
                  <a:gd name="T18" fmla="*/ 370 w 450"/>
                  <a:gd name="T19" fmla="*/ 335 h 505"/>
                  <a:gd name="T20" fmla="*/ 450 w 450"/>
                  <a:gd name="T21" fmla="*/ 416 h 505"/>
                  <a:gd name="T22" fmla="*/ 252 w 450"/>
                  <a:gd name="T23" fmla="*/ 505 h 505"/>
                  <a:gd name="T24" fmla="*/ 0 w 450"/>
                  <a:gd name="T25"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0" h="505">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15">
                <a:extLst>
                  <a:ext uri="{FF2B5EF4-FFF2-40B4-BE49-F238E27FC236}">
                    <a16:creationId xmlns:a16="http://schemas.microsoft.com/office/drawing/2014/main" id="{BD2B90D5-630B-CFC6-CE5B-4A3E77847404}"/>
                  </a:ext>
                </a:extLst>
              </p:cNvPr>
              <p:cNvSpPr>
                <a:spLocks/>
              </p:cNvSpPr>
              <p:nvPr userDrawn="1"/>
            </p:nvSpPr>
            <p:spPr bwMode="auto">
              <a:xfrm>
                <a:off x="5553254" y="866312"/>
                <a:ext cx="193270" cy="286802"/>
              </a:xfrm>
              <a:custGeom>
                <a:avLst/>
                <a:gdLst>
                  <a:gd name="T0" fmla="*/ 0 w 445"/>
                  <a:gd name="T1" fmla="*/ 0 h 660"/>
                  <a:gd name="T2" fmla="*/ 138 w 445"/>
                  <a:gd name="T3" fmla="*/ 0 h 660"/>
                  <a:gd name="T4" fmla="*/ 138 w 445"/>
                  <a:gd name="T5" fmla="*/ 244 h 660"/>
                  <a:gd name="T6" fmla="*/ 280 w 445"/>
                  <a:gd name="T7" fmla="*/ 166 h 660"/>
                  <a:gd name="T8" fmla="*/ 445 w 445"/>
                  <a:gd name="T9" fmla="*/ 346 h 660"/>
                  <a:gd name="T10" fmla="*/ 445 w 445"/>
                  <a:gd name="T11" fmla="*/ 660 h 660"/>
                  <a:gd name="T12" fmla="*/ 307 w 445"/>
                  <a:gd name="T13" fmla="*/ 660 h 660"/>
                  <a:gd name="T14" fmla="*/ 307 w 445"/>
                  <a:gd name="T15" fmla="*/ 390 h 660"/>
                  <a:gd name="T16" fmla="*/ 224 w 445"/>
                  <a:gd name="T17" fmla="*/ 291 h 660"/>
                  <a:gd name="T18" fmla="*/ 138 w 445"/>
                  <a:gd name="T19" fmla="*/ 390 h 660"/>
                  <a:gd name="T20" fmla="*/ 138 w 445"/>
                  <a:gd name="T21" fmla="*/ 660 h 660"/>
                  <a:gd name="T22" fmla="*/ 0 w 445"/>
                  <a:gd name="T23" fmla="*/ 660 h 660"/>
                  <a:gd name="T24" fmla="*/ 0 w 445"/>
                  <a:gd name="T25" fmla="*/ 0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5" h="660">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16">
                <a:extLst>
                  <a:ext uri="{FF2B5EF4-FFF2-40B4-BE49-F238E27FC236}">
                    <a16:creationId xmlns:a16="http://schemas.microsoft.com/office/drawing/2014/main" id="{44BDC175-2104-E7E3-2519-DA2F92A4A931}"/>
                  </a:ext>
                </a:extLst>
              </p:cNvPr>
              <p:cNvSpPr>
                <a:spLocks/>
              </p:cNvSpPr>
              <p:nvPr userDrawn="1"/>
            </p:nvSpPr>
            <p:spPr bwMode="auto">
              <a:xfrm>
                <a:off x="5762039" y="938123"/>
                <a:ext cx="192827" cy="214991"/>
              </a:xfrm>
              <a:custGeom>
                <a:avLst/>
                <a:gdLst>
                  <a:gd name="T0" fmla="*/ 0 w 444"/>
                  <a:gd name="T1" fmla="*/ 9 h 494"/>
                  <a:gd name="T2" fmla="*/ 137 w 444"/>
                  <a:gd name="T3" fmla="*/ 9 h 494"/>
                  <a:gd name="T4" fmla="*/ 137 w 444"/>
                  <a:gd name="T5" fmla="*/ 78 h 494"/>
                  <a:gd name="T6" fmla="*/ 279 w 444"/>
                  <a:gd name="T7" fmla="*/ 0 h 494"/>
                  <a:gd name="T8" fmla="*/ 444 w 444"/>
                  <a:gd name="T9" fmla="*/ 180 h 494"/>
                  <a:gd name="T10" fmla="*/ 444 w 444"/>
                  <a:gd name="T11" fmla="*/ 494 h 494"/>
                  <a:gd name="T12" fmla="*/ 306 w 444"/>
                  <a:gd name="T13" fmla="*/ 494 h 494"/>
                  <a:gd name="T14" fmla="*/ 306 w 444"/>
                  <a:gd name="T15" fmla="*/ 224 h 494"/>
                  <a:gd name="T16" fmla="*/ 223 w 444"/>
                  <a:gd name="T17" fmla="*/ 125 h 494"/>
                  <a:gd name="T18" fmla="*/ 137 w 444"/>
                  <a:gd name="T19" fmla="*/ 224 h 494"/>
                  <a:gd name="T20" fmla="*/ 137 w 444"/>
                  <a:gd name="T21" fmla="*/ 494 h 494"/>
                  <a:gd name="T22" fmla="*/ 0 w 444"/>
                  <a:gd name="T23" fmla="*/ 494 h 494"/>
                  <a:gd name="T24" fmla="*/ 0 w 444"/>
                  <a:gd name="T25" fmla="*/ 9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4" h="49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17">
                <a:extLst>
                  <a:ext uri="{FF2B5EF4-FFF2-40B4-BE49-F238E27FC236}">
                    <a16:creationId xmlns:a16="http://schemas.microsoft.com/office/drawing/2014/main" id="{E76CB955-2FC2-83C2-AC09-AD01BCCF18B2}"/>
                  </a:ext>
                </a:extLst>
              </p:cNvPr>
              <p:cNvSpPr>
                <a:spLocks noEditPoints="1"/>
              </p:cNvSpPr>
              <p:nvPr userDrawn="1"/>
            </p:nvSpPr>
            <p:spPr bwMode="auto">
              <a:xfrm>
                <a:off x="5967277" y="938123"/>
                <a:ext cx="228289" cy="219867"/>
              </a:xfrm>
              <a:custGeom>
                <a:avLst/>
                <a:gdLst>
                  <a:gd name="T0" fmla="*/ 0 w 525"/>
                  <a:gd name="T1" fmla="*/ 254 h 505"/>
                  <a:gd name="T2" fmla="*/ 0 w 525"/>
                  <a:gd name="T3" fmla="*/ 253 h 505"/>
                  <a:gd name="T4" fmla="*/ 263 w 525"/>
                  <a:gd name="T5" fmla="*/ 0 h 505"/>
                  <a:gd name="T6" fmla="*/ 525 w 525"/>
                  <a:gd name="T7" fmla="*/ 251 h 505"/>
                  <a:gd name="T8" fmla="*/ 525 w 525"/>
                  <a:gd name="T9" fmla="*/ 253 h 505"/>
                  <a:gd name="T10" fmla="*/ 262 w 525"/>
                  <a:gd name="T11" fmla="*/ 505 h 505"/>
                  <a:gd name="T12" fmla="*/ 0 w 525"/>
                  <a:gd name="T13" fmla="*/ 254 h 505"/>
                  <a:gd name="T14" fmla="*/ 389 w 525"/>
                  <a:gd name="T15" fmla="*/ 254 h 505"/>
                  <a:gd name="T16" fmla="*/ 389 w 525"/>
                  <a:gd name="T17" fmla="*/ 253 h 505"/>
                  <a:gd name="T18" fmla="*/ 262 w 525"/>
                  <a:gd name="T19" fmla="*/ 119 h 505"/>
                  <a:gd name="T20" fmla="*/ 136 w 525"/>
                  <a:gd name="T21" fmla="*/ 251 h 505"/>
                  <a:gd name="T22" fmla="*/ 136 w 525"/>
                  <a:gd name="T23" fmla="*/ 253 h 505"/>
                  <a:gd name="T24" fmla="*/ 263 w 525"/>
                  <a:gd name="T25" fmla="*/ 387 h 505"/>
                  <a:gd name="T26" fmla="*/ 389 w 525"/>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Rectangle 18">
                <a:extLst>
                  <a:ext uri="{FF2B5EF4-FFF2-40B4-BE49-F238E27FC236}">
                    <a16:creationId xmlns:a16="http://schemas.microsoft.com/office/drawing/2014/main" id="{BB15E459-A560-CBA7-38D2-49EC0DF1798C}"/>
                  </a:ext>
                </a:extLst>
              </p:cNvPr>
              <p:cNvSpPr>
                <a:spLocks noChangeArrowheads="1"/>
              </p:cNvSpPr>
              <p:nvPr userDrawn="1"/>
            </p:nvSpPr>
            <p:spPr bwMode="auto">
              <a:xfrm>
                <a:off x="6207091" y="866312"/>
                <a:ext cx="59843" cy="28680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19">
                <a:extLst>
                  <a:ext uri="{FF2B5EF4-FFF2-40B4-BE49-F238E27FC236}">
                    <a16:creationId xmlns:a16="http://schemas.microsoft.com/office/drawing/2014/main" id="{A894E637-6612-023A-5D26-292EB224BB2E}"/>
                  </a:ext>
                </a:extLst>
              </p:cNvPr>
              <p:cNvSpPr>
                <a:spLocks noEditPoints="1"/>
              </p:cNvSpPr>
              <p:nvPr userDrawn="1"/>
            </p:nvSpPr>
            <p:spPr bwMode="auto">
              <a:xfrm>
                <a:off x="6278460" y="938123"/>
                <a:ext cx="228732" cy="219867"/>
              </a:xfrm>
              <a:custGeom>
                <a:avLst/>
                <a:gdLst>
                  <a:gd name="T0" fmla="*/ 0 w 526"/>
                  <a:gd name="T1" fmla="*/ 254 h 505"/>
                  <a:gd name="T2" fmla="*/ 0 w 526"/>
                  <a:gd name="T3" fmla="*/ 253 h 505"/>
                  <a:gd name="T4" fmla="*/ 264 w 526"/>
                  <a:gd name="T5" fmla="*/ 0 h 505"/>
                  <a:gd name="T6" fmla="*/ 526 w 526"/>
                  <a:gd name="T7" fmla="*/ 251 h 505"/>
                  <a:gd name="T8" fmla="*/ 526 w 526"/>
                  <a:gd name="T9" fmla="*/ 253 h 505"/>
                  <a:gd name="T10" fmla="*/ 262 w 526"/>
                  <a:gd name="T11" fmla="*/ 505 h 505"/>
                  <a:gd name="T12" fmla="*/ 0 w 526"/>
                  <a:gd name="T13" fmla="*/ 254 h 505"/>
                  <a:gd name="T14" fmla="*/ 390 w 526"/>
                  <a:gd name="T15" fmla="*/ 254 h 505"/>
                  <a:gd name="T16" fmla="*/ 390 w 526"/>
                  <a:gd name="T17" fmla="*/ 253 h 505"/>
                  <a:gd name="T18" fmla="*/ 262 w 526"/>
                  <a:gd name="T19" fmla="*/ 119 h 505"/>
                  <a:gd name="T20" fmla="*/ 136 w 526"/>
                  <a:gd name="T21" fmla="*/ 251 h 505"/>
                  <a:gd name="T22" fmla="*/ 136 w 526"/>
                  <a:gd name="T23" fmla="*/ 253 h 505"/>
                  <a:gd name="T24" fmla="*/ 264 w 526"/>
                  <a:gd name="T25" fmla="*/ 387 h 505"/>
                  <a:gd name="T26" fmla="*/ 390 w 526"/>
                  <a:gd name="T27" fmla="*/ 254 h 5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6" h="505">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0">
                <a:extLst>
                  <a:ext uri="{FF2B5EF4-FFF2-40B4-BE49-F238E27FC236}">
                    <a16:creationId xmlns:a16="http://schemas.microsoft.com/office/drawing/2014/main" id="{C612BEEF-FFCF-00C7-83E8-3D6CD89DD8B2}"/>
                  </a:ext>
                </a:extLst>
              </p:cNvPr>
              <p:cNvSpPr>
                <a:spLocks noEditPoints="1"/>
              </p:cNvSpPr>
              <p:nvPr userDrawn="1"/>
            </p:nvSpPr>
            <p:spPr bwMode="auto">
              <a:xfrm>
                <a:off x="6516057" y="938123"/>
                <a:ext cx="221197" cy="278823"/>
              </a:xfrm>
              <a:custGeom>
                <a:avLst/>
                <a:gdLst>
                  <a:gd name="T0" fmla="*/ 24 w 509"/>
                  <a:gd name="T1" fmla="*/ 590 h 641"/>
                  <a:gd name="T2" fmla="*/ 71 w 509"/>
                  <a:gd name="T3" fmla="*/ 487 h 641"/>
                  <a:gd name="T4" fmla="*/ 235 w 509"/>
                  <a:gd name="T5" fmla="*/ 531 h 641"/>
                  <a:gd name="T6" fmla="*/ 373 w 509"/>
                  <a:gd name="T7" fmla="*/ 399 h 641"/>
                  <a:gd name="T8" fmla="*/ 373 w 509"/>
                  <a:gd name="T9" fmla="*/ 376 h 641"/>
                  <a:gd name="T10" fmla="*/ 215 w 509"/>
                  <a:gd name="T11" fmla="*/ 454 h 641"/>
                  <a:gd name="T12" fmla="*/ 0 w 509"/>
                  <a:gd name="T13" fmla="*/ 228 h 641"/>
                  <a:gd name="T14" fmla="*/ 0 w 509"/>
                  <a:gd name="T15" fmla="*/ 226 h 641"/>
                  <a:gd name="T16" fmla="*/ 215 w 509"/>
                  <a:gd name="T17" fmla="*/ 0 h 641"/>
                  <a:gd name="T18" fmla="*/ 372 w 509"/>
                  <a:gd name="T19" fmla="*/ 72 h 641"/>
                  <a:gd name="T20" fmla="*/ 372 w 509"/>
                  <a:gd name="T21" fmla="*/ 9 h 641"/>
                  <a:gd name="T22" fmla="*/ 509 w 509"/>
                  <a:gd name="T23" fmla="*/ 9 h 641"/>
                  <a:gd name="T24" fmla="*/ 509 w 509"/>
                  <a:gd name="T25" fmla="*/ 385 h 641"/>
                  <a:gd name="T26" fmla="*/ 448 w 509"/>
                  <a:gd name="T27" fmla="*/ 576 h 641"/>
                  <a:gd name="T28" fmla="*/ 239 w 509"/>
                  <a:gd name="T29" fmla="*/ 641 h 641"/>
                  <a:gd name="T30" fmla="*/ 24 w 509"/>
                  <a:gd name="T31" fmla="*/ 590 h 641"/>
                  <a:gd name="T32" fmla="*/ 373 w 509"/>
                  <a:gd name="T33" fmla="*/ 228 h 641"/>
                  <a:gd name="T34" fmla="*/ 373 w 509"/>
                  <a:gd name="T35" fmla="*/ 226 h 641"/>
                  <a:gd name="T36" fmla="*/ 255 w 509"/>
                  <a:gd name="T37" fmla="*/ 114 h 641"/>
                  <a:gd name="T38" fmla="*/ 137 w 509"/>
                  <a:gd name="T39" fmla="*/ 226 h 641"/>
                  <a:gd name="T40" fmla="*/ 137 w 509"/>
                  <a:gd name="T41" fmla="*/ 228 h 641"/>
                  <a:gd name="T42" fmla="*/ 255 w 509"/>
                  <a:gd name="T43" fmla="*/ 340 h 641"/>
                  <a:gd name="T44" fmla="*/ 373 w 509"/>
                  <a:gd name="T45" fmla="*/ 228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9" h="641">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1">
                <a:extLst>
                  <a:ext uri="{FF2B5EF4-FFF2-40B4-BE49-F238E27FC236}">
                    <a16:creationId xmlns:a16="http://schemas.microsoft.com/office/drawing/2014/main" id="{535443A8-F420-58B0-6940-C7217CB7D304}"/>
                  </a:ext>
                </a:extLst>
              </p:cNvPr>
              <p:cNvSpPr>
                <a:spLocks/>
              </p:cNvSpPr>
              <p:nvPr userDrawn="1"/>
            </p:nvSpPr>
            <p:spPr bwMode="auto">
              <a:xfrm>
                <a:off x="6747450" y="942113"/>
                <a:ext cx="219424" cy="275277"/>
              </a:xfrm>
              <a:custGeom>
                <a:avLst/>
                <a:gdLst>
                  <a:gd name="T0" fmla="*/ 362 w 505"/>
                  <a:gd name="T1" fmla="*/ 0 h 633"/>
                  <a:gd name="T2" fmla="*/ 505 w 505"/>
                  <a:gd name="T3" fmla="*/ 0 h 633"/>
                  <a:gd name="T4" fmla="*/ 319 w 505"/>
                  <a:gd name="T5" fmla="*/ 497 h 633"/>
                  <a:gd name="T6" fmla="*/ 159 w 505"/>
                  <a:gd name="T7" fmla="*/ 633 h 633"/>
                  <a:gd name="T8" fmla="*/ 37 w 505"/>
                  <a:gd name="T9" fmla="*/ 599 h 633"/>
                  <a:gd name="T10" fmla="*/ 83 w 505"/>
                  <a:gd name="T11" fmla="*/ 500 h 633"/>
                  <a:gd name="T12" fmla="*/ 142 w 505"/>
                  <a:gd name="T13" fmla="*/ 519 h 633"/>
                  <a:gd name="T14" fmla="*/ 190 w 505"/>
                  <a:gd name="T15" fmla="*/ 487 h 633"/>
                  <a:gd name="T16" fmla="*/ 0 w 505"/>
                  <a:gd name="T17" fmla="*/ 0 h 633"/>
                  <a:gd name="T18" fmla="*/ 146 w 505"/>
                  <a:gd name="T19" fmla="*/ 0 h 633"/>
                  <a:gd name="T20" fmla="*/ 256 w 505"/>
                  <a:gd name="T21" fmla="*/ 331 h 633"/>
                  <a:gd name="T22" fmla="*/ 362 w 505"/>
                  <a:gd name="T23" fmla="*/ 0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05" h="633">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2">
                <a:extLst>
                  <a:ext uri="{FF2B5EF4-FFF2-40B4-BE49-F238E27FC236}">
                    <a16:creationId xmlns:a16="http://schemas.microsoft.com/office/drawing/2014/main" id="{D577C4C5-162A-509E-0F90-2D9CF5560B46}"/>
                  </a:ext>
                </a:extLst>
              </p:cNvPr>
              <p:cNvSpPr>
                <a:spLocks/>
              </p:cNvSpPr>
              <p:nvPr userDrawn="1"/>
            </p:nvSpPr>
            <p:spPr bwMode="auto">
              <a:xfrm>
                <a:off x="6005842" y="1258171"/>
                <a:ext cx="132541" cy="290348"/>
              </a:xfrm>
              <a:custGeom>
                <a:avLst/>
                <a:gdLst>
                  <a:gd name="T0" fmla="*/ 57 w 305"/>
                  <a:gd name="T1" fmla="*/ 299 h 667"/>
                  <a:gd name="T2" fmla="*/ 0 w 305"/>
                  <a:gd name="T3" fmla="*/ 299 h 667"/>
                  <a:gd name="T4" fmla="*/ 0 w 305"/>
                  <a:gd name="T5" fmla="*/ 186 h 667"/>
                  <a:gd name="T6" fmla="*/ 57 w 305"/>
                  <a:gd name="T7" fmla="*/ 186 h 667"/>
                  <a:gd name="T8" fmla="*/ 57 w 305"/>
                  <a:gd name="T9" fmla="*/ 155 h 667"/>
                  <a:gd name="T10" fmla="*/ 96 w 305"/>
                  <a:gd name="T11" fmla="*/ 38 h 667"/>
                  <a:gd name="T12" fmla="*/ 208 w 305"/>
                  <a:gd name="T13" fmla="*/ 0 h 667"/>
                  <a:gd name="T14" fmla="*/ 305 w 305"/>
                  <a:gd name="T15" fmla="*/ 13 h 667"/>
                  <a:gd name="T16" fmla="*/ 305 w 305"/>
                  <a:gd name="T17" fmla="*/ 127 h 667"/>
                  <a:gd name="T18" fmla="*/ 243 w 305"/>
                  <a:gd name="T19" fmla="*/ 115 h 667"/>
                  <a:gd name="T20" fmla="*/ 193 w 305"/>
                  <a:gd name="T21" fmla="*/ 168 h 667"/>
                  <a:gd name="T22" fmla="*/ 193 w 305"/>
                  <a:gd name="T23" fmla="*/ 187 h 667"/>
                  <a:gd name="T24" fmla="*/ 305 w 305"/>
                  <a:gd name="T25" fmla="*/ 187 h 667"/>
                  <a:gd name="T26" fmla="*/ 305 w 305"/>
                  <a:gd name="T27" fmla="*/ 299 h 667"/>
                  <a:gd name="T28" fmla="*/ 195 w 305"/>
                  <a:gd name="T29" fmla="*/ 299 h 667"/>
                  <a:gd name="T30" fmla="*/ 195 w 305"/>
                  <a:gd name="T31" fmla="*/ 667 h 667"/>
                  <a:gd name="T32" fmla="*/ 57 w 305"/>
                  <a:gd name="T33" fmla="*/ 667 h 667"/>
                  <a:gd name="T34" fmla="*/ 57 w 305"/>
                  <a:gd name="T35" fmla="*/ 299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5" h="667">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3">
                <a:extLst>
                  <a:ext uri="{FF2B5EF4-FFF2-40B4-BE49-F238E27FC236}">
                    <a16:creationId xmlns:a16="http://schemas.microsoft.com/office/drawing/2014/main" id="{9CB671CE-477D-F1B3-6894-F85448189A99}"/>
                  </a:ext>
                </a:extLst>
              </p:cNvPr>
              <p:cNvSpPr>
                <a:spLocks noEditPoints="1"/>
              </p:cNvSpPr>
              <p:nvPr userDrawn="1"/>
            </p:nvSpPr>
            <p:spPr bwMode="auto">
              <a:xfrm>
                <a:off x="6137497" y="1333086"/>
                <a:ext cx="228289" cy="219867"/>
              </a:xfrm>
              <a:custGeom>
                <a:avLst/>
                <a:gdLst>
                  <a:gd name="T0" fmla="*/ 0 w 525"/>
                  <a:gd name="T1" fmla="*/ 255 h 506"/>
                  <a:gd name="T2" fmla="*/ 0 w 525"/>
                  <a:gd name="T3" fmla="*/ 253 h 506"/>
                  <a:gd name="T4" fmla="*/ 263 w 525"/>
                  <a:gd name="T5" fmla="*/ 0 h 506"/>
                  <a:gd name="T6" fmla="*/ 525 w 525"/>
                  <a:gd name="T7" fmla="*/ 251 h 506"/>
                  <a:gd name="T8" fmla="*/ 525 w 525"/>
                  <a:gd name="T9" fmla="*/ 253 h 506"/>
                  <a:gd name="T10" fmla="*/ 261 w 525"/>
                  <a:gd name="T11" fmla="*/ 506 h 506"/>
                  <a:gd name="T12" fmla="*/ 0 w 525"/>
                  <a:gd name="T13" fmla="*/ 255 h 506"/>
                  <a:gd name="T14" fmla="*/ 389 w 525"/>
                  <a:gd name="T15" fmla="*/ 255 h 506"/>
                  <a:gd name="T16" fmla="*/ 389 w 525"/>
                  <a:gd name="T17" fmla="*/ 253 h 506"/>
                  <a:gd name="T18" fmla="*/ 261 w 525"/>
                  <a:gd name="T19" fmla="*/ 119 h 506"/>
                  <a:gd name="T20" fmla="*/ 135 w 525"/>
                  <a:gd name="T21" fmla="*/ 251 h 506"/>
                  <a:gd name="T22" fmla="*/ 135 w 525"/>
                  <a:gd name="T23" fmla="*/ 253 h 506"/>
                  <a:gd name="T24" fmla="*/ 263 w 525"/>
                  <a:gd name="T25" fmla="*/ 387 h 506"/>
                  <a:gd name="T26" fmla="*/ 389 w 525"/>
                  <a:gd name="T27" fmla="*/ 255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5" h="506">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
                <a:extLst>
                  <a:ext uri="{FF2B5EF4-FFF2-40B4-BE49-F238E27FC236}">
                    <a16:creationId xmlns:a16="http://schemas.microsoft.com/office/drawing/2014/main" id="{2D545142-881D-002A-830D-2B1960B7F79A}"/>
                  </a:ext>
                </a:extLst>
              </p:cNvPr>
              <p:cNvSpPr>
                <a:spLocks/>
              </p:cNvSpPr>
              <p:nvPr userDrawn="1"/>
            </p:nvSpPr>
            <p:spPr bwMode="auto">
              <a:xfrm>
                <a:off x="6379084" y="1331756"/>
                <a:ext cx="127665" cy="216764"/>
              </a:xfrm>
              <a:custGeom>
                <a:avLst/>
                <a:gdLst>
                  <a:gd name="T0" fmla="*/ 0 w 293"/>
                  <a:gd name="T1" fmla="*/ 13 h 498"/>
                  <a:gd name="T2" fmla="*/ 138 w 293"/>
                  <a:gd name="T3" fmla="*/ 13 h 498"/>
                  <a:gd name="T4" fmla="*/ 138 w 293"/>
                  <a:gd name="T5" fmla="*/ 110 h 498"/>
                  <a:gd name="T6" fmla="*/ 293 w 293"/>
                  <a:gd name="T7" fmla="*/ 3 h 498"/>
                  <a:gd name="T8" fmla="*/ 293 w 293"/>
                  <a:gd name="T9" fmla="*/ 147 h 498"/>
                  <a:gd name="T10" fmla="*/ 286 w 293"/>
                  <a:gd name="T11" fmla="*/ 147 h 498"/>
                  <a:gd name="T12" fmla="*/ 138 w 293"/>
                  <a:gd name="T13" fmla="*/ 318 h 498"/>
                  <a:gd name="T14" fmla="*/ 138 w 293"/>
                  <a:gd name="T15" fmla="*/ 498 h 498"/>
                  <a:gd name="T16" fmla="*/ 0 w 293"/>
                  <a:gd name="T17" fmla="*/ 498 h 498"/>
                  <a:gd name="T18" fmla="*/ 0 w 293"/>
                  <a:gd name="T19" fmla="*/ 13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3" h="498">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
                <a:extLst>
                  <a:ext uri="{FF2B5EF4-FFF2-40B4-BE49-F238E27FC236}">
                    <a16:creationId xmlns:a16="http://schemas.microsoft.com/office/drawing/2014/main" id="{5C959273-267C-8CBA-996C-EC8514CCD7D2}"/>
                  </a:ext>
                </a:extLst>
              </p:cNvPr>
              <p:cNvSpPr>
                <a:spLocks noEditPoints="1"/>
              </p:cNvSpPr>
              <p:nvPr userDrawn="1"/>
            </p:nvSpPr>
            <p:spPr bwMode="auto">
              <a:xfrm>
                <a:off x="6582993" y="1334859"/>
                <a:ext cx="194157" cy="217207"/>
              </a:xfrm>
              <a:custGeom>
                <a:avLst/>
                <a:gdLst>
                  <a:gd name="T0" fmla="*/ 0 w 446"/>
                  <a:gd name="T1" fmla="*/ 351 h 500"/>
                  <a:gd name="T2" fmla="*/ 0 w 446"/>
                  <a:gd name="T3" fmla="*/ 349 h 500"/>
                  <a:gd name="T4" fmla="*/ 195 w 446"/>
                  <a:gd name="T5" fmla="*/ 195 h 500"/>
                  <a:gd name="T6" fmla="*/ 314 w 446"/>
                  <a:gd name="T7" fmla="*/ 215 h 500"/>
                  <a:gd name="T8" fmla="*/ 314 w 446"/>
                  <a:gd name="T9" fmla="*/ 206 h 500"/>
                  <a:gd name="T10" fmla="*/ 210 w 446"/>
                  <a:gd name="T11" fmla="*/ 118 h 500"/>
                  <a:gd name="T12" fmla="*/ 76 w 446"/>
                  <a:gd name="T13" fmla="*/ 144 h 500"/>
                  <a:gd name="T14" fmla="*/ 42 w 446"/>
                  <a:gd name="T15" fmla="*/ 39 h 500"/>
                  <a:gd name="T16" fmla="*/ 230 w 446"/>
                  <a:gd name="T17" fmla="*/ 0 h 500"/>
                  <a:gd name="T18" fmla="*/ 394 w 446"/>
                  <a:gd name="T19" fmla="*/ 54 h 500"/>
                  <a:gd name="T20" fmla="*/ 446 w 446"/>
                  <a:gd name="T21" fmla="*/ 209 h 500"/>
                  <a:gd name="T22" fmla="*/ 446 w 446"/>
                  <a:gd name="T23" fmla="*/ 491 h 500"/>
                  <a:gd name="T24" fmla="*/ 313 w 446"/>
                  <a:gd name="T25" fmla="*/ 491 h 500"/>
                  <a:gd name="T26" fmla="*/ 313 w 446"/>
                  <a:gd name="T27" fmla="*/ 438 h 500"/>
                  <a:gd name="T28" fmla="*/ 167 w 446"/>
                  <a:gd name="T29" fmla="*/ 500 h 500"/>
                  <a:gd name="T30" fmla="*/ 0 w 446"/>
                  <a:gd name="T31" fmla="*/ 351 h 500"/>
                  <a:gd name="T32" fmla="*/ 316 w 446"/>
                  <a:gd name="T33" fmla="*/ 320 h 500"/>
                  <a:gd name="T34" fmla="*/ 316 w 446"/>
                  <a:gd name="T35" fmla="*/ 295 h 500"/>
                  <a:gd name="T36" fmla="*/ 228 w 446"/>
                  <a:gd name="T37" fmla="*/ 277 h 500"/>
                  <a:gd name="T38" fmla="*/ 133 w 446"/>
                  <a:gd name="T39" fmla="*/ 344 h 500"/>
                  <a:gd name="T40" fmla="*/ 133 w 446"/>
                  <a:gd name="T41" fmla="*/ 346 h 500"/>
                  <a:gd name="T42" fmla="*/ 208 w 446"/>
                  <a:gd name="T43" fmla="*/ 405 h 500"/>
                  <a:gd name="T44" fmla="*/ 316 w 446"/>
                  <a:gd name="T45" fmla="*/ 320 h 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500">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Rectangle 26">
                <a:extLst>
                  <a:ext uri="{FF2B5EF4-FFF2-40B4-BE49-F238E27FC236}">
                    <a16:creationId xmlns:a16="http://schemas.microsoft.com/office/drawing/2014/main" id="{2F1B0169-414B-8F53-D204-E4FC9132C39A}"/>
                  </a:ext>
                </a:extLst>
              </p:cNvPr>
              <p:cNvSpPr>
                <a:spLocks noChangeArrowheads="1"/>
              </p:cNvSpPr>
              <p:nvPr userDrawn="1"/>
            </p:nvSpPr>
            <p:spPr bwMode="auto">
              <a:xfrm>
                <a:off x="6801973" y="1260831"/>
                <a:ext cx="59843"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Rectangle 27">
                <a:extLst>
                  <a:ext uri="{FF2B5EF4-FFF2-40B4-BE49-F238E27FC236}">
                    <a16:creationId xmlns:a16="http://schemas.microsoft.com/office/drawing/2014/main" id="{FD3CEF0B-9316-CAAF-B811-7977EA0FDC71}"/>
                  </a:ext>
                </a:extLst>
              </p:cNvPr>
              <p:cNvSpPr>
                <a:spLocks noChangeArrowheads="1"/>
              </p:cNvSpPr>
              <p:nvPr userDrawn="1"/>
            </p:nvSpPr>
            <p:spPr bwMode="auto">
              <a:xfrm>
                <a:off x="6886639" y="1260831"/>
                <a:ext cx="59399" cy="28768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4" name="Rectangle 28">
              <a:extLst>
                <a:ext uri="{FF2B5EF4-FFF2-40B4-BE49-F238E27FC236}">
                  <a16:creationId xmlns:a16="http://schemas.microsoft.com/office/drawing/2014/main" id="{C44969F7-1BF0-A4FA-F4EB-8003272D98C6}"/>
                </a:ext>
              </a:extLst>
            </p:cNvPr>
            <p:cNvSpPr>
              <a:spLocks noChangeArrowheads="1"/>
            </p:cNvSpPr>
            <p:nvPr userDrawn="1"/>
          </p:nvSpPr>
          <p:spPr bwMode="auto">
            <a:xfrm>
              <a:off x="11556230" y="767096"/>
              <a:ext cx="634181" cy="1898696"/>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5" name="Group 64">
              <a:extLst>
                <a:ext uri="{FF2B5EF4-FFF2-40B4-BE49-F238E27FC236}">
                  <a16:creationId xmlns:a16="http://schemas.microsoft.com/office/drawing/2014/main" id="{5AB97A83-AA92-5D2A-D89F-2B85130F597F}"/>
                </a:ext>
              </a:extLst>
            </p:cNvPr>
            <p:cNvGrpSpPr/>
            <p:nvPr userDrawn="1"/>
          </p:nvGrpSpPr>
          <p:grpSpPr>
            <a:xfrm>
              <a:off x="11701122" y="936748"/>
              <a:ext cx="321494" cy="1552800"/>
              <a:chOff x="7313961" y="501936"/>
              <a:chExt cx="323594" cy="1566108"/>
            </a:xfrm>
          </p:grpSpPr>
          <p:sp>
            <p:nvSpPr>
              <p:cNvPr id="66" name="Freeform 29">
                <a:extLst>
                  <a:ext uri="{FF2B5EF4-FFF2-40B4-BE49-F238E27FC236}">
                    <a16:creationId xmlns:a16="http://schemas.microsoft.com/office/drawing/2014/main" id="{93913DCE-D7C5-993F-1CBD-D671F4E01A37}"/>
                  </a:ext>
                </a:extLst>
              </p:cNvPr>
              <p:cNvSpPr>
                <a:spLocks/>
              </p:cNvSpPr>
              <p:nvPr userDrawn="1"/>
            </p:nvSpPr>
            <p:spPr bwMode="auto">
              <a:xfrm>
                <a:off x="7383556" y="1311808"/>
                <a:ext cx="249567" cy="247350"/>
              </a:xfrm>
              <a:custGeom>
                <a:avLst/>
                <a:gdLst>
                  <a:gd name="T0" fmla="*/ 0 w 574"/>
                  <a:gd name="T1" fmla="*/ 229 h 569"/>
                  <a:gd name="T2" fmla="*/ 90 w 574"/>
                  <a:gd name="T3" fmla="*/ 413 h 569"/>
                  <a:gd name="T4" fmla="*/ 90 w 574"/>
                  <a:gd name="T5" fmla="*/ 413 h 569"/>
                  <a:gd name="T6" fmla="*/ 90 w 574"/>
                  <a:gd name="T7" fmla="*/ 413 h 569"/>
                  <a:gd name="T8" fmla="*/ 9 w 574"/>
                  <a:gd name="T9" fmla="*/ 413 h 569"/>
                  <a:gd name="T10" fmla="*/ 9 w 574"/>
                  <a:gd name="T11" fmla="*/ 569 h 569"/>
                  <a:gd name="T12" fmla="*/ 574 w 574"/>
                  <a:gd name="T13" fmla="*/ 569 h 569"/>
                  <a:gd name="T14" fmla="*/ 574 w 574"/>
                  <a:gd name="T15" fmla="*/ 413 h 569"/>
                  <a:gd name="T16" fmla="*/ 253 w 574"/>
                  <a:gd name="T17" fmla="*/ 413 h 569"/>
                  <a:gd name="T18" fmla="*/ 133 w 574"/>
                  <a:gd name="T19" fmla="*/ 286 h 569"/>
                  <a:gd name="T20" fmla="*/ 253 w 574"/>
                  <a:gd name="T21" fmla="*/ 155 h 569"/>
                  <a:gd name="T22" fmla="*/ 574 w 574"/>
                  <a:gd name="T23" fmla="*/ 155 h 569"/>
                  <a:gd name="T24" fmla="*/ 574 w 574"/>
                  <a:gd name="T25" fmla="*/ 0 h 569"/>
                  <a:gd name="T26" fmla="*/ 224 w 574"/>
                  <a:gd name="T27" fmla="*/ 0 h 569"/>
                  <a:gd name="T28" fmla="*/ 0 w 574"/>
                  <a:gd name="T29" fmla="*/ 229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4" h="569">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0">
                <a:extLst>
                  <a:ext uri="{FF2B5EF4-FFF2-40B4-BE49-F238E27FC236}">
                    <a16:creationId xmlns:a16="http://schemas.microsoft.com/office/drawing/2014/main" id="{6D0A5711-84F8-6852-FC23-C9222B8AB056}"/>
                  </a:ext>
                </a:extLst>
              </p:cNvPr>
              <p:cNvSpPr>
                <a:spLocks/>
              </p:cNvSpPr>
              <p:nvPr userDrawn="1"/>
            </p:nvSpPr>
            <p:spPr bwMode="auto">
              <a:xfrm>
                <a:off x="7387546" y="755049"/>
                <a:ext cx="245577" cy="276163"/>
              </a:xfrm>
              <a:custGeom>
                <a:avLst/>
                <a:gdLst>
                  <a:gd name="T0" fmla="*/ 0 w 554"/>
                  <a:gd name="T1" fmla="*/ 174 h 623"/>
                  <a:gd name="T2" fmla="*/ 377 w 554"/>
                  <a:gd name="T3" fmla="*/ 311 h 623"/>
                  <a:gd name="T4" fmla="*/ 0 w 554"/>
                  <a:gd name="T5" fmla="*/ 450 h 623"/>
                  <a:gd name="T6" fmla="*/ 0 w 554"/>
                  <a:gd name="T7" fmla="*/ 623 h 623"/>
                  <a:gd name="T8" fmla="*/ 554 w 554"/>
                  <a:gd name="T9" fmla="*/ 395 h 623"/>
                  <a:gd name="T10" fmla="*/ 554 w 554"/>
                  <a:gd name="T11" fmla="*/ 228 h 623"/>
                  <a:gd name="T12" fmla="*/ 0 w 554"/>
                  <a:gd name="T13" fmla="*/ 0 h 623"/>
                  <a:gd name="T14" fmla="*/ 0 w 554"/>
                  <a:gd name="T15" fmla="*/ 174 h 6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4" h="623">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31">
                <a:extLst>
                  <a:ext uri="{FF2B5EF4-FFF2-40B4-BE49-F238E27FC236}">
                    <a16:creationId xmlns:a16="http://schemas.microsoft.com/office/drawing/2014/main" id="{185085EF-D1B3-20ED-1267-AC7FAB1644FE}"/>
                  </a:ext>
                </a:extLst>
              </p:cNvPr>
              <p:cNvSpPr>
                <a:spLocks noEditPoints="1"/>
              </p:cNvSpPr>
              <p:nvPr userDrawn="1"/>
            </p:nvSpPr>
            <p:spPr bwMode="auto">
              <a:xfrm>
                <a:off x="7383556" y="1583096"/>
                <a:ext cx="253999" cy="256659"/>
              </a:xfrm>
              <a:custGeom>
                <a:avLst/>
                <a:gdLst>
                  <a:gd name="T0" fmla="*/ 401 w 584"/>
                  <a:gd name="T1" fmla="*/ 110 h 590"/>
                  <a:gd name="T2" fmla="*/ 460 w 584"/>
                  <a:gd name="T3" fmla="*/ 272 h 590"/>
                  <a:gd name="T4" fmla="*/ 415 w 584"/>
                  <a:gd name="T5" fmla="*/ 397 h 590"/>
                  <a:gd name="T6" fmla="*/ 250 w 584"/>
                  <a:gd name="T7" fmla="*/ 0 h 590"/>
                  <a:gd name="T8" fmla="*/ 92 w 584"/>
                  <a:gd name="T9" fmla="*/ 68 h 590"/>
                  <a:gd name="T10" fmla="*/ 0 w 584"/>
                  <a:gd name="T11" fmla="*/ 291 h 590"/>
                  <a:gd name="T12" fmla="*/ 292 w 584"/>
                  <a:gd name="T13" fmla="*/ 590 h 590"/>
                  <a:gd name="T14" fmla="*/ 584 w 584"/>
                  <a:gd name="T15" fmla="*/ 274 h 590"/>
                  <a:gd name="T16" fmla="*/ 476 w 584"/>
                  <a:gd name="T17" fmla="*/ 12 h 590"/>
                  <a:gd name="T18" fmla="*/ 401 w 584"/>
                  <a:gd name="T19" fmla="*/ 110 h 590"/>
                  <a:gd name="T20" fmla="*/ 179 w 584"/>
                  <a:gd name="T21" fmla="*/ 408 h 590"/>
                  <a:gd name="T22" fmla="*/ 123 w 584"/>
                  <a:gd name="T23" fmla="*/ 288 h 590"/>
                  <a:gd name="T24" fmla="*/ 202 w 584"/>
                  <a:gd name="T25" fmla="*/ 168 h 590"/>
                  <a:gd name="T26" fmla="*/ 315 w 584"/>
                  <a:gd name="T27" fmla="*/ 439 h 590"/>
                  <a:gd name="T28" fmla="*/ 179 w 584"/>
                  <a:gd name="T29" fmla="*/ 408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84" h="590">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2">
                <a:extLst>
                  <a:ext uri="{FF2B5EF4-FFF2-40B4-BE49-F238E27FC236}">
                    <a16:creationId xmlns:a16="http://schemas.microsoft.com/office/drawing/2014/main" id="{8434C32D-C325-1F32-5E19-6C9FC933AC3B}"/>
                  </a:ext>
                </a:extLst>
              </p:cNvPr>
              <p:cNvSpPr>
                <a:spLocks/>
              </p:cNvSpPr>
              <p:nvPr userDrawn="1"/>
            </p:nvSpPr>
            <p:spPr bwMode="auto">
              <a:xfrm>
                <a:off x="7313961" y="1846404"/>
                <a:ext cx="319161" cy="221640"/>
              </a:xfrm>
              <a:custGeom>
                <a:avLst/>
                <a:gdLst>
                  <a:gd name="T0" fmla="*/ 580 w 720"/>
                  <a:gd name="T1" fmla="*/ 0 h 500"/>
                  <a:gd name="T2" fmla="*/ 580 w 720"/>
                  <a:gd name="T3" fmla="*/ 346 h 500"/>
                  <a:gd name="T4" fmla="*/ 0 w 720"/>
                  <a:gd name="T5" fmla="*/ 346 h 500"/>
                  <a:gd name="T6" fmla="*/ 0 w 720"/>
                  <a:gd name="T7" fmla="*/ 500 h 500"/>
                  <a:gd name="T8" fmla="*/ 720 w 720"/>
                  <a:gd name="T9" fmla="*/ 500 h 500"/>
                  <a:gd name="T10" fmla="*/ 720 w 720"/>
                  <a:gd name="T11" fmla="*/ 0 h 500"/>
                  <a:gd name="T12" fmla="*/ 580 w 720"/>
                  <a:gd name="T13" fmla="*/ 0 h 500"/>
                </a:gdLst>
                <a:ahLst/>
                <a:cxnLst>
                  <a:cxn ang="0">
                    <a:pos x="T0" y="T1"/>
                  </a:cxn>
                  <a:cxn ang="0">
                    <a:pos x="T2" y="T3"/>
                  </a:cxn>
                  <a:cxn ang="0">
                    <a:pos x="T4" y="T5"/>
                  </a:cxn>
                  <a:cxn ang="0">
                    <a:pos x="T6" y="T7"/>
                  </a:cxn>
                  <a:cxn ang="0">
                    <a:pos x="T8" y="T9"/>
                  </a:cxn>
                  <a:cxn ang="0">
                    <a:pos x="T10" y="T11"/>
                  </a:cxn>
                  <a:cxn ang="0">
                    <a:pos x="T12" y="T13"/>
                  </a:cxn>
                </a:cxnLst>
                <a:rect l="0" t="0" r="r" b="b"/>
                <a:pathLst>
                  <a:path w="720" h="500">
                    <a:moveTo>
                      <a:pt x="580" y="0"/>
                    </a:moveTo>
                    <a:lnTo>
                      <a:pt x="580" y="346"/>
                    </a:lnTo>
                    <a:lnTo>
                      <a:pt x="0" y="346"/>
                    </a:lnTo>
                    <a:lnTo>
                      <a:pt x="0" y="500"/>
                    </a:lnTo>
                    <a:lnTo>
                      <a:pt x="720" y="500"/>
                    </a:lnTo>
                    <a:lnTo>
                      <a:pt x="720" y="0"/>
                    </a:lnTo>
                    <a:lnTo>
                      <a:pt x="58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3">
                <a:extLst>
                  <a:ext uri="{FF2B5EF4-FFF2-40B4-BE49-F238E27FC236}">
                    <a16:creationId xmlns:a16="http://schemas.microsoft.com/office/drawing/2014/main" id="{A281B950-B57F-4814-65C4-87F843CA0E1C}"/>
                  </a:ext>
                </a:extLst>
              </p:cNvPr>
              <p:cNvSpPr>
                <a:spLocks noEditPoints="1"/>
              </p:cNvSpPr>
              <p:nvPr userDrawn="1"/>
            </p:nvSpPr>
            <p:spPr bwMode="auto">
              <a:xfrm>
                <a:off x="7383556" y="501936"/>
                <a:ext cx="253999" cy="263752"/>
              </a:xfrm>
              <a:custGeom>
                <a:avLst/>
                <a:gdLst>
                  <a:gd name="T0" fmla="*/ 584 w 584"/>
                  <a:gd name="T1" fmla="*/ 304 h 607"/>
                  <a:gd name="T2" fmla="*/ 292 w 584"/>
                  <a:gd name="T3" fmla="*/ 607 h 607"/>
                  <a:gd name="T4" fmla="*/ 0 w 584"/>
                  <a:gd name="T5" fmla="*/ 302 h 607"/>
                  <a:gd name="T6" fmla="*/ 292 w 584"/>
                  <a:gd name="T7" fmla="*/ 0 h 607"/>
                  <a:gd name="T8" fmla="*/ 584 w 584"/>
                  <a:gd name="T9" fmla="*/ 304 h 607"/>
                  <a:gd name="T10" fmla="*/ 133 w 584"/>
                  <a:gd name="T11" fmla="*/ 304 h 607"/>
                  <a:gd name="T12" fmla="*/ 292 w 584"/>
                  <a:gd name="T13" fmla="*/ 454 h 607"/>
                  <a:gd name="T14" fmla="*/ 451 w 584"/>
                  <a:gd name="T15" fmla="*/ 302 h 607"/>
                  <a:gd name="T16" fmla="*/ 292 w 584"/>
                  <a:gd name="T17" fmla="*/ 153 h 607"/>
                  <a:gd name="T18" fmla="*/ 133 w 584"/>
                  <a:gd name="T19" fmla="*/ 304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4">
                <a:extLst>
                  <a:ext uri="{FF2B5EF4-FFF2-40B4-BE49-F238E27FC236}">
                    <a16:creationId xmlns:a16="http://schemas.microsoft.com/office/drawing/2014/main" id="{EE465ED6-53DE-A385-42CB-0B5A75477346}"/>
                  </a:ext>
                </a:extLst>
              </p:cNvPr>
              <p:cNvSpPr>
                <a:spLocks noEditPoints="1"/>
              </p:cNvSpPr>
              <p:nvPr userDrawn="1"/>
            </p:nvSpPr>
            <p:spPr bwMode="auto">
              <a:xfrm>
                <a:off x="7383556" y="1021017"/>
                <a:ext cx="253999" cy="263752"/>
              </a:xfrm>
              <a:custGeom>
                <a:avLst/>
                <a:gdLst>
                  <a:gd name="T0" fmla="*/ 584 w 584"/>
                  <a:gd name="T1" fmla="*/ 305 h 607"/>
                  <a:gd name="T2" fmla="*/ 292 w 584"/>
                  <a:gd name="T3" fmla="*/ 607 h 607"/>
                  <a:gd name="T4" fmla="*/ 0 w 584"/>
                  <a:gd name="T5" fmla="*/ 303 h 607"/>
                  <a:gd name="T6" fmla="*/ 292 w 584"/>
                  <a:gd name="T7" fmla="*/ 0 h 607"/>
                  <a:gd name="T8" fmla="*/ 584 w 584"/>
                  <a:gd name="T9" fmla="*/ 305 h 607"/>
                  <a:gd name="T10" fmla="*/ 133 w 584"/>
                  <a:gd name="T11" fmla="*/ 305 h 607"/>
                  <a:gd name="T12" fmla="*/ 292 w 584"/>
                  <a:gd name="T13" fmla="*/ 454 h 607"/>
                  <a:gd name="T14" fmla="*/ 451 w 584"/>
                  <a:gd name="T15" fmla="*/ 303 h 607"/>
                  <a:gd name="T16" fmla="*/ 292 w 584"/>
                  <a:gd name="T17" fmla="*/ 153 h 607"/>
                  <a:gd name="T18" fmla="*/ 133 w 584"/>
                  <a:gd name="T19" fmla="*/ 305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4" h="607">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42" name="Group 41">
            <a:extLst>
              <a:ext uri="{FF2B5EF4-FFF2-40B4-BE49-F238E27FC236}">
                <a16:creationId xmlns:a16="http://schemas.microsoft.com/office/drawing/2014/main" id="{320E6808-E70B-FA4B-99F6-1C02BBC16598}"/>
              </a:ext>
            </a:extLst>
          </p:cNvPr>
          <p:cNvGrpSpPr/>
          <p:nvPr userDrawn="1"/>
        </p:nvGrpSpPr>
        <p:grpSpPr>
          <a:xfrm>
            <a:off x="1538947" y="3561907"/>
            <a:ext cx="7851377" cy="1769127"/>
            <a:chOff x="541049" y="2649538"/>
            <a:chExt cx="9285724" cy="2092325"/>
          </a:xfrm>
          <a:solidFill>
            <a:schemeClr val="bg1"/>
          </a:solidFill>
        </p:grpSpPr>
        <p:sp>
          <p:nvSpPr>
            <p:cNvPr id="43" name="Freeform 5">
              <a:extLst>
                <a:ext uri="{FF2B5EF4-FFF2-40B4-BE49-F238E27FC236}">
                  <a16:creationId xmlns:a16="http://schemas.microsoft.com/office/drawing/2014/main" id="{4C297CEF-136F-B1B7-09B1-55E4D7563FDB}"/>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6">
              <a:extLst>
                <a:ext uri="{FF2B5EF4-FFF2-40B4-BE49-F238E27FC236}">
                  <a16:creationId xmlns:a16="http://schemas.microsoft.com/office/drawing/2014/main" id="{622BAF6B-1742-15FD-B0EB-40B8C3DC1168}"/>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7">
              <a:extLst>
                <a:ext uri="{FF2B5EF4-FFF2-40B4-BE49-F238E27FC236}">
                  <a16:creationId xmlns:a16="http://schemas.microsoft.com/office/drawing/2014/main" id="{788B3367-A4C9-CCD9-A688-1D2826A4B010}"/>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8">
              <a:extLst>
                <a:ext uri="{FF2B5EF4-FFF2-40B4-BE49-F238E27FC236}">
                  <a16:creationId xmlns:a16="http://schemas.microsoft.com/office/drawing/2014/main" id="{E75C15B3-8177-7E6B-C4A7-1B9D3FB9D027}"/>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9">
              <a:extLst>
                <a:ext uri="{FF2B5EF4-FFF2-40B4-BE49-F238E27FC236}">
                  <a16:creationId xmlns:a16="http://schemas.microsoft.com/office/drawing/2014/main" id="{AA27F0F6-EBAD-77B3-0964-617F5FC5A0BD}"/>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10">
              <a:extLst>
                <a:ext uri="{FF2B5EF4-FFF2-40B4-BE49-F238E27FC236}">
                  <a16:creationId xmlns:a16="http://schemas.microsoft.com/office/drawing/2014/main" id="{0D449E32-BCCB-5FA7-37E4-30FF7569B638}"/>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Oval 11">
              <a:extLst>
                <a:ext uri="{FF2B5EF4-FFF2-40B4-BE49-F238E27FC236}">
                  <a16:creationId xmlns:a16="http://schemas.microsoft.com/office/drawing/2014/main" id="{DF4FD3AA-2A1C-04CA-7759-A7926327B4AA}"/>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28182141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1669529" y="6400800"/>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633027268"/>
      </p:ext>
    </p:extLst>
  </p:cSld>
  <p:clrMap bg1="lt1" tx1="dk1" bg2="lt2" tx2="dk2" accent1="accent1" accent2="accent2" accent3="accent3" accent4="accent4" accent5="accent5" accent6="accent6" hlink="hlink" folHlink="folHlink"/>
  <p:sldLayoutIdLst>
    <p:sldLayoutId id="2147483753" r:id="rId1"/>
    <p:sldLayoutId id="2147483750" r:id="rId2"/>
    <p:sldLayoutId id="2147483670" r:id="rId3"/>
    <p:sldLayoutId id="2147483752" r:id="rId4"/>
    <p:sldLayoutId id="2147483654" r:id="rId5"/>
    <p:sldLayoutId id="2147483725" r:id="rId6"/>
    <p:sldLayoutId id="2147483738" r:id="rId7"/>
    <p:sldLayoutId id="2147483739" r:id="rId8"/>
    <p:sldLayoutId id="2147483661" r:id="rId9"/>
    <p:sldLayoutId id="2147483726" r:id="rId10"/>
    <p:sldLayoutId id="2147483673" r:id="rId11"/>
    <p:sldLayoutId id="2147483727" r:id="rId12"/>
    <p:sldLayoutId id="2147483662" r:id="rId13"/>
    <p:sldLayoutId id="2147483728" r:id="rId14"/>
    <p:sldLayoutId id="2147483736" r:id="rId15"/>
    <p:sldLayoutId id="2147483737" r:id="rId16"/>
    <p:sldLayoutId id="2147483691" r:id="rId17"/>
    <p:sldLayoutId id="2147483729" r:id="rId18"/>
    <p:sldLayoutId id="2147483692" r:id="rId19"/>
    <p:sldLayoutId id="2147483730" r:id="rId20"/>
    <p:sldLayoutId id="2147483749" r:id="rId21"/>
    <p:sldLayoutId id="2147483722" r:id="rId22"/>
    <p:sldLayoutId id="2147483732" r:id="rId23"/>
    <p:sldLayoutId id="2147483657" r:id="rId24"/>
    <p:sldLayoutId id="2147483733" r:id="rId25"/>
    <p:sldLayoutId id="2147483659" r:id="rId26"/>
    <p:sldLayoutId id="2147483734" r:id="rId27"/>
    <p:sldLayoutId id="2147483747" r:id="rId28"/>
    <p:sldLayoutId id="2147483748" r:id="rId29"/>
  </p:sldLayoutIdLst>
  <p:transition spd="med"/>
  <p:hf hdr="0" ftr="0" dt="0"/>
  <p:txStyles>
    <p:titleStyle>
      <a:lvl1pPr algn="ctr" defTabSz="1218987"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120" indent="-457120" algn="l" defTabSz="1218987" rtl="0" eaLnBrk="1" latinLnBrk="0" hangingPunct="1">
        <a:spcBef>
          <a:spcPct val="20000"/>
        </a:spcBef>
        <a:buClrTx/>
        <a:buFont typeface="Arial" panose="020B0604020202020204" pitchFamily="34" charset="0"/>
        <a:buChar char="•"/>
        <a:defRPr sz="4300" kern="1200">
          <a:solidFill>
            <a:schemeClr val="tx1"/>
          </a:solidFill>
          <a:latin typeface="Arial" pitchFamily="34" charset="0"/>
          <a:ea typeface="+mn-ea"/>
          <a:cs typeface="Arial" pitchFamily="34" charset="0"/>
        </a:defRPr>
      </a:lvl1pPr>
      <a:lvl2pPr marL="990427" indent="-380933" algn="l" defTabSz="1218987" rtl="0" eaLnBrk="1" latinLnBrk="0" hangingPunct="1">
        <a:spcBef>
          <a:spcPct val="20000"/>
        </a:spcBef>
        <a:buClrTx/>
        <a:buFont typeface="Arial" panose="020B0604020202020204" pitchFamily="34" charset="0"/>
        <a:buChar char="–"/>
        <a:defRPr sz="3700" kern="1200">
          <a:solidFill>
            <a:schemeClr val="tx1"/>
          </a:solidFill>
          <a:latin typeface="Arial" pitchFamily="34" charset="0"/>
          <a:ea typeface="+mn-ea"/>
          <a:cs typeface="Arial" pitchFamily="34" charset="0"/>
        </a:defRPr>
      </a:lvl2pPr>
      <a:lvl3pPr marL="1523733" indent="-304747" algn="l" defTabSz="1218987" rtl="0" eaLnBrk="1" latinLnBrk="0" hangingPunct="1">
        <a:spcBef>
          <a:spcPct val="20000"/>
        </a:spcBef>
        <a:buClrTx/>
        <a:buFont typeface="Arial" panose="020B0604020202020204" pitchFamily="34" charset="0"/>
        <a:buChar char="-"/>
        <a:defRPr sz="3200" kern="1200">
          <a:solidFill>
            <a:schemeClr val="tx1"/>
          </a:solidFill>
          <a:latin typeface="Arial" pitchFamily="34" charset="0"/>
          <a:ea typeface="+mn-ea"/>
          <a:cs typeface="Arial" pitchFamily="34" charset="0"/>
        </a:defRPr>
      </a:lvl3pPr>
      <a:lvl4pPr marL="2133227"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4pPr>
      <a:lvl5pPr marL="2742720" indent="-304747" algn="l" defTabSz="1218987" rtl="0" eaLnBrk="1" latinLnBrk="0" hangingPunct="1">
        <a:spcBef>
          <a:spcPct val="20000"/>
        </a:spcBef>
        <a:buClrTx/>
        <a:buFont typeface="Arial" panose="020B0604020202020204" pitchFamily="34" charset="0"/>
        <a:buChar char="-"/>
        <a:defRPr sz="27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0" userDrawn="1">
          <p15:clr>
            <a:srgbClr val="F26B43"/>
          </p15:clr>
        </p15:guide>
        <p15:guide id="2" pos="6719" userDrawn="1">
          <p15:clr>
            <a:srgbClr val="F26B43"/>
          </p15:clr>
        </p15:guide>
        <p15:guide id="3" orient="horz" pos="2880" userDrawn="1">
          <p15:clr>
            <a:srgbClr val="F26B43"/>
          </p15:clr>
        </p15:guide>
        <p15:guide id="4" pos="3839" userDrawn="1">
          <p15:clr>
            <a:srgbClr val="F26B43"/>
          </p15:clr>
        </p15:guide>
        <p15:guide id="5" pos="5279" userDrawn="1">
          <p15:clr>
            <a:srgbClr val="F26B43"/>
          </p15:clr>
        </p15:guide>
        <p15:guide id="6" pos="2399" userDrawn="1">
          <p15:clr>
            <a:srgbClr val="F26B43"/>
          </p15:clr>
        </p15:guide>
        <p15:guide id="7" pos="959" userDrawn="1">
          <p15:clr>
            <a:srgbClr val="F26B43"/>
          </p15:clr>
        </p15:guide>
        <p15:guide id="8" pos="7199" userDrawn="1">
          <p15:clr>
            <a:srgbClr val="FDE53C"/>
          </p15:clr>
        </p15:guide>
        <p15:guide id="9" pos="6239" userDrawn="1">
          <p15:clr>
            <a:srgbClr val="FDE53C"/>
          </p15:clr>
        </p15:guide>
        <p15:guide id="10" pos="5759" userDrawn="1">
          <p15:clr>
            <a:srgbClr val="FDE53C"/>
          </p15:clr>
        </p15:guide>
        <p15:guide id="11" pos="4319" userDrawn="1">
          <p15:clr>
            <a:srgbClr val="FDE53C"/>
          </p15:clr>
        </p15:guide>
        <p15:guide id="12" pos="4799" userDrawn="1">
          <p15:clr>
            <a:srgbClr val="FDE53C"/>
          </p15:clr>
        </p15:guide>
        <p15:guide id="13" pos="3335" userDrawn="1">
          <p15:clr>
            <a:srgbClr val="FDE53C"/>
          </p15:clr>
        </p15:guide>
        <p15:guide id="14" pos="2879" userDrawn="1">
          <p15:clr>
            <a:srgbClr val="FDE53C"/>
          </p15:clr>
        </p15:guide>
        <p15:guide id="15" pos="1919" userDrawn="1">
          <p15:clr>
            <a:srgbClr val="FDE53C"/>
          </p15:clr>
        </p15:guide>
        <p15:guide id="16" pos="1439" userDrawn="1">
          <p15:clr>
            <a:srgbClr val="FDE53C"/>
          </p15:clr>
        </p15:guide>
        <p15:guide id="17" pos="479" userDrawn="1">
          <p15:clr>
            <a:srgbClr val="FDE53C"/>
          </p15:clr>
        </p15:guide>
        <p15:guide id="18" orient="horz" pos="960" userDrawn="1">
          <p15:clr>
            <a:srgbClr val="FDE53C"/>
          </p15:clr>
        </p15:guide>
        <p15:guide id="19" orient="horz" pos="480" userDrawn="1">
          <p15:clr>
            <a:srgbClr val="FDE53C"/>
          </p15:clr>
        </p15:guide>
        <p15:guide id="20" orient="horz" pos="1920" userDrawn="1">
          <p15:clr>
            <a:srgbClr val="FDE53C"/>
          </p15:clr>
        </p15:guide>
        <p15:guide id="21" orient="horz" pos="2400" userDrawn="1">
          <p15:clr>
            <a:srgbClr val="FDE53C"/>
          </p15:clr>
        </p15:guide>
        <p15:guide id="22" orient="horz" pos="3360" userDrawn="1">
          <p15:clr>
            <a:srgbClr val="FDE53C"/>
          </p15:clr>
        </p15:guide>
        <p15:guide id="23" orient="horz" pos="3840" userDrawn="1">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hyperlink" Target="https://lenovogroupltd.brand-portal.adobe.com/mnt/overlay/dam/gui/content/collections/collectiondetails.html/content/dam/mac/lenovogroupltd/collections/public/lenovo/adfs/xsyJURM2NCvKEdBg6Prn/brand_world_-_templates" TargetMode="Externa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hyperlink" Target="https://brandworld.lenovo.com/templates-resources/templates/" TargetMode="Externa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hyperlink" Target="https://brandworld.lenovo.com/brand-resources/templates/#powerpoint-templates" TargetMode="External"/><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hyperlink" Target="watermark.lenovo.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DBA11-23E7-5657-AFCB-0EAB54A12E77}"/>
              </a:ext>
            </a:extLst>
          </p:cNvPr>
          <p:cNvSpPr>
            <a:spLocks noGrp="1"/>
          </p:cNvSpPr>
          <p:nvPr>
            <p:ph type="title"/>
          </p:nvPr>
        </p:nvSpPr>
        <p:spPr/>
        <p:txBody>
          <a:bodyPr/>
          <a:lstStyle/>
          <a:p>
            <a:endParaRPr lang="zh-CN" altLang="en-US"/>
          </a:p>
        </p:txBody>
      </p:sp>
      <p:sp>
        <p:nvSpPr>
          <p:cNvPr id="3" name="副标题 2">
            <a:extLst>
              <a:ext uri="{FF2B5EF4-FFF2-40B4-BE49-F238E27FC236}">
                <a16:creationId xmlns:a16="http://schemas.microsoft.com/office/drawing/2014/main" id="{3DC6ADD7-C037-280B-1C19-9FB4BD00F899}"/>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624335807"/>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74ACD-DB7D-F4D7-1D78-7C901AC14D9C}"/>
              </a:ext>
            </a:extLst>
          </p:cNvPr>
          <p:cNvSpPr>
            <a:spLocks noGrp="1"/>
          </p:cNvSpPr>
          <p:nvPr>
            <p:ph type="title"/>
          </p:nvPr>
        </p:nvSpPr>
        <p:spPr/>
        <p:txBody>
          <a:bodyPr/>
          <a:lstStyle/>
          <a:p>
            <a:endParaRPr lang="zh-CN" altLang="en-US"/>
          </a:p>
        </p:txBody>
      </p:sp>
      <p:sp>
        <p:nvSpPr>
          <p:cNvPr id="3" name="文本占位符 2">
            <a:extLst>
              <a:ext uri="{FF2B5EF4-FFF2-40B4-BE49-F238E27FC236}">
                <a16:creationId xmlns:a16="http://schemas.microsoft.com/office/drawing/2014/main" id="{AEB5114A-475F-5480-704D-62B40243EE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1FE6A55-49A0-4EA5-8D3A-BA1469C9E4B9}"/>
              </a:ext>
            </a:extLst>
          </p:cNvPr>
          <p:cNvSpPr>
            <a:spLocks noGrp="1"/>
          </p:cNvSpPr>
          <p:nvPr>
            <p:ph type="sldNum" sz="quarter" idx="10"/>
          </p:nvPr>
        </p:nvSpPr>
        <p:spPr/>
        <p:txBody>
          <a:bodyPr/>
          <a:lstStyle/>
          <a:p>
            <a:fld id="{6D22F896-40B5-4ADD-8801-0D06FADFA095}" type="slidenum">
              <a:rPr lang="en-US" smtClean="0"/>
              <a:pPr/>
              <a:t>2</a:t>
            </a:fld>
            <a:endParaRPr lang="en-US"/>
          </a:p>
        </p:txBody>
      </p:sp>
    </p:spTree>
    <p:extLst>
      <p:ext uri="{BB962C8B-B14F-4D97-AF65-F5344CB8AC3E}">
        <p14:creationId xmlns:p14="http://schemas.microsoft.com/office/powerpoint/2010/main" val="426265979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2497A9-48DD-B493-C1C4-ACB36113265A}"/>
              </a:ext>
            </a:extLst>
          </p:cNvPr>
          <p:cNvSpPr>
            <a:spLocks noGrp="1"/>
          </p:cNvSpPr>
          <p:nvPr>
            <p:ph type="title"/>
          </p:nvPr>
        </p:nvSpPr>
        <p:spPr/>
        <p:txBody>
          <a:bodyPr/>
          <a:lstStyle/>
          <a:p>
            <a:endParaRPr lang="zh-CN" altLang="en-US"/>
          </a:p>
        </p:txBody>
      </p:sp>
      <p:sp>
        <p:nvSpPr>
          <p:cNvPr id="3" name="灯片编号占位符 2">
            <a:extLst>
              <a:ext uri="{FF2B5EF4-FFF2-40B4-BE49-F238E27FC236}">
                <a16:creationId xmlns:a16="http://schemas.microsoft.com/office/drawing/2014/main" id="{47C8BC0A-E3AE-26D6-0DD3-D4F7A73620AA}"/>
              </a:ext>
            </a:extLst>
          </p:cNvPr>
          <p:cNvSpPr>
            <a:spLocks noGrp="1"/>
          </p:cNvSpPr>
          <p:nvPr>
            <p:ph type="sldNum" sz="quarter" idx="10"/>
          </p:nvPr>
        </p:nvSpPr>
        <p:spPr/>
        <p:txBody>
          <a:bodyPr/>
          <a:lstStyle/>
          <a:p>
            <a:fld id="{6D22F896-40B5-4ADD-8801-0D06FADFA095}" type="slidenum">
              <a:rPr lang="en-US" smtClean="0"/>
              <a:pPr/>
              <a:t>3</a:t>
            </a:fld>
            <a:endParaRPr lang="en-US"/>
          </a:p>
        </p:txBody>
      </p:sp>
    </p:spTree>
    <p:extLst>
      <p:ext uri="{BB962C8B-B14F-4D97-AF65-F5344CB8AC3E}">
        <p14:creationId xmlns:p14="http://schemas.microsoft.com/office/powerpoint/2010/main" val="258842836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0C0552B-D9D1-8F40-EFB0-58D19237A7CF}"/>
              </a:ext>
            </a:extLst>
          </p:cNvPr>
          <p:cNvSpPr>
            <a:spLocks noGrp="1"/>
          </p:cNvSpPr>
          <p:nvPr>
            <p:ph type="body" idx="10"/>
          </p:nvPr>
        </p:nvSpPr>
        <p:spPr/>
        <p:txBody>
          <a:bodyPr/>
          <a:lstStyle/>
          <a:p>
            <a:endParaRPr lang="zh-CN" altLang="en-US"/>
          </a:p>
        </p:txBody>
      </p:sp>
      <p:sp>
        <p:nvSpPr>
          <p:cNvPr id="3" name="标题 2">
            <a:extLst>
              <a:ext uri="{FF2B5EF4-FFF2-40B4-BE49-F238E27FC236}">
                <a16:creationId xmlns:a16="http://schemas.microsoft.com/office/drawing/2014/main" id="{648949F1-E401-9336-9E27-4E347F912284}"/>
              </a:ext>
            </a:extLst>
          </p:cNvPr>
          <p:cNvSpPr>
            <a:spLocks noGrp="1"/>
          </p:cNvSpPr>
          <p:nvPr>
            <p:ph type="title"/>
          </p:nvPr>
        </p:nvSpPr>
        <p:spPr/>
        <p:txBody>
          <a:bodyPr/>
          <a:lstStyle/>
          <a:p>
            <a:endParaRPr lang="zh-CN" altLang="en-US"/>
          </a:p>
        </p:txBody>
      </p:sp>
      <p:sp>
        <p:nvSpPr>
          <p:cNvPr id="4" name="灯片编号占位符 3">
            <a:extLst>
              <a:ext uri="{FF2B5EF4-FFF2-40B4-BE49-F238E27FC236}">
                <a16:creationId xmlns:a16="http://schemas.microsoft.com/office/drawing/2014/main" id="{B46D2AAD-98D4-133A-9509-C64D0DF22EC2}"/>
              </a:ext>
            </a:extLst>
          </p:cNvPr>
          <p:cNvSpPr>
            <a:spLocks noGrp="1"/>
          </p:cNvSpPr>
          <p:nvPr>
            <p:ph type="sldNum" sz="quarter" idx="11"/>
          </p:nvPr>
        </p:nvSpPr>
        <p:spPr/>
        <p:txBody>
          <a:bodyPr/>
          <a:lstStyle/>
          <a:p>
            <a:fld id="{6D22F896-40B5-4ADD-8801-0D06FADFA095}" type="slidenum">
              <a:rPr lang="en-US" smtClean="0"/>
              <a:pPr/>
              <a:t>4</a:t>
            </a:fld>
            <a:endParaRPr lang="en-US"/>
          </a:p>
        </p:txBody>
      </p:sp>
    </p:spTree>
    <p:extLst>
      <p:ext uri="{BB962C8B-B14F-4D97-AF65-F5344CB8AC3E}">
        <p14:creationId xmlns:p14="http://schemas.microsoft.com/office/powerpoint/2010/main" val="200454336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3C2FBD-60EE-48F5-DC0C-930E05FCE49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897F7B52-0CC7-5C10-4DC3-1B059362A408}"/>
              </a:ext>
            </a:extLst>
          </p:cNvPr>
          <p:cNvSpPr>
            <a:spLocks noGrp="1"/>
          </p:cNvSpPr>
          <p:nvPr>
            <p:ph sz="half" idx="1"/>
          </p:nvPr>
        </p:nvSpPr>
        <p:spPr/>
        <p:txBody>
          <a:bodyPr/>
          <a:lstStyle/>
          <a:p>
            <a:endParaRPr lang="zh-CN" altLang="en-US"/>
          </a:p>
        </p:txBody>
      </p:sp>
      <p:sp>
        <p:nvSpPr>
          <p:cNvPr id="4" name="灯片编号占位符 3">
            <a:extLst>
              <a:ext uri="{FF2B5EF4-FFF2-40B4-BE49-F238E27FC236}">
                <a16:creationId xmlns:a16="http://schemas.microsoft.com/office/drawing/2014/main" id="{9D3EF723-3727-627A-E340-B4A895D6685A}"/>
              </a:ext>
            </a:extLst>
          </p:cNvPr>
          <p:cNvSpPr>
            <a:spLocks noGrp="1"/>
          </p:cNvSpPr>
          <p:nvPr>
            <p:ph type="sldNum" sz="quarter" idx="10"/>
          </p:nvPr>
        </p:nvSpPr>
        <p:spPr/>
        <p:txBody>
          <a:bodyPr/>
          <a:lstStyle/>
          <a:p>
            <a:fld id="{6D22F896-40B5-4ADD-8801-0D06FADFA095}" type="slidenum">
              <a:rPr lang="en-US" smtClean="0"/>
              <a:pPr/>
              <a:t>5</a:t>
            </a:fld>
            <a:endParaRPr lang="en-US"/>
          </a:p>
        </p:txBody>
      </p:sp>
    </p:spTree>
    <p:extLst>
      <p:ext uri="{BB962C8B-B14F-4D97-AF65-F5344CB8AC3E}">
        <p14:creationId xmlns:p14="http://schemas.microsoft.com/office/powerpoint/2010/main" val="279935632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C6929A6-B556-D2F9-3122-C218A9D4C5DF}"/>
              </a:ext>
            </a:extLst>
          </p:cNvPr>
          <p:cNvSpPr>
            <a:spLocks noGrp="1"/>
          </p:cNvSpPr>
          <p:nvPr>
            <p:ph sz="half" idx="1"/>
          </p:nvPr>
        </p:nvSpPr>
        <p:spPr/>
        <p:txBody>
          <a:bodyPr/>
          <a:lstStyle/>
          <a:p>
            <a:endParaRPr lang="zh-CN" altLang="en-US"/>
          </a:p>
        </p:txBody>
      </p:sp>
      <p:sp>
        <p:nvSpPr>
          <p:cNvPr id="3" name="文本占位符 2">
            <a:extLst>
              <a:ext uri="{FF2B5EF4-FFF2-40B4-BE49-F238E27FC236}">
                <a16:creationId xmlns:a16="http://schemas.microsoft.com/office/drawing/2014/main" id="{0AA65DA7-10EE-40E8-E0C6-D1131608E8A2}"/>
              </a:ext>
            </a:extLst>
          </p:cNvPr>
          <p:cNvSpPr>
            <a:spLocks noGrp="1"/>
          </p:cNvSpPr>
          <p:nvPr>
            <p:ph type="body" idx="10"/>
          </p:nvPr>
        </p:nvSpPr>
        <p:spPr/>
        <p:txBody>
          <a:bodyPr/>
          <a:lstStyle/>
          <a:p>
            <a:endParaRPr lang="zh-CN" altLang="en-US"/>
          </a:p>
        </p:txBody>
      </p:sp>
      <p:sp>
        <p:nvSpPr>
          <p:cNvPr id="4" name="标题 3">
            <a:extLst>
              <a:ext uri="{FF2B5EF4-FFF2-40B4-BE49-F238E27FC236}">
                <a16:creationId xmlns:a16="http://schemas.microsoft.com/office/drawing/2014/main" id="{A67959C4-9E3D-64A3-7A01-0C09417D396C}"/>
              </a:ext>
            </a:extLst>
          </p:cNvPr>
          <p:cNvSpPr>
            <a:spLocks noGrp="1"/>
          </p:cNvSpPr>
          <p:nvPr>
            <p:ph type="title"/>
          </p:nvPr>
        </p:nvSpPr>
        <p:spPr/>
        <p:txBody>
          <a:bodyPr/>
          <a:lstStyle/>
          <a:p>
            <a:endParaRPr lang="zh-CN" altLang="en-US"/>
          </a:p>
        </p:txBody>
      </p:sp>
      <p:sp>
        <p:nvSpPr>
          <p:cNvPr id="5" name="灯片编号占位符 4">
            <a:extLst>
              <a:ext uri="{FF2B5EF4-FFF2-40B4-BE49-F238E27FC236}">
                <a16:creationId xmlns:a16="http://schemas.microsoft.com/office/drawing/2014/main" id="{9FA61FF7-E57A-DAF8-0433-FEA2BAD55D48}"/>
              </a:ext>
            </a:extLst>
          </p:cNvPr>
          <p:cNvSpPr>
            <a:spLocks noGrp="1"/>
          </p:cNvSpPr>
          <p:nvPr>
            <p:ph type="sldNum" sz="quarter" idx="11"/>
          </p:nvPr>
        </p:nvSpPr>
        <p:spPr/>
        <p:txBody>
          <a:bodyPr/>
          <a:lstStyle/>
          <a:p>
            <a:fld id="{6D22F896-40B5-4ADD-8801-0D06FADFA095}" type="slidenum">
              <a:rPr lang="en-US" smtClean="0"/>
              <a:pPr/>
              <a:t>6</a:t>
            </a:fld>
            <a:endParaRPr lang="en-US"/>
          </a:p>
        </p:txBody>
      </p:sp>
    </p:spTree>
    <p:extLst>
      <p:ext uri="{BB962C8B-B14F-4D97-AF65-F5344CB8AC3E}">
        <p14:creationId xmlns:p14="http://schemas.microsoft.com/office/powerpoint/2010/main" val="76874780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FCA306-C9C2-95EB-7571-E678BD3AB123}"/>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0BA6DBA-A5C8-12BC-564C-69CBA409940E}"/>
              </a:ext>
            </a:extLst>
          </p:cNvPr>
          <p:cNvSpPr>
            <a:spLocks noGrp="1"/>
          </p:cNvSpPr>
          <p:nvPr>
            <p:ph sz="half" idx="1"/>
          </p:nvPr>
        </p:nvSpPr>
        <p:spPr/>
        <p:txBody>
          <a:bodyPr/>
          <a:lstStyle/>
          <a:p>
            <a:endParaRPr lang="zh-CN" altLang="en-US"/>
          </a:p>
        </p:txBody>
      </p:sp>
      <p:sp>
        <p:nvSpPr>
          <p:cNvPr id="4" name="内容占位符 3">
            <a:extLst>
              <a:ext uri="{FF2B5EF4-FFF2-40B4-BE49-F238E27FC236}">
                <a16:creationId xmlns:a16="http://schemas.microsoft.com/office/drawing/2014/main" id="{2CB467DA-1AA2-684B-5E68-DC6B361827C9}"/>
              </a:ext>
            </a:extLst>
          </p:cNvPr>
          <p:cNvSpPr>
            <a:spLocks noGrp="1"/>
          </p:cNvSpPr>
          <p:nvPr>
            <p:ph sz="half" idx="14"/>
          </p:nvPr>
        </p:nvSpPr>
        <p:spPr/>
        <p:txBody>
          <a:bodyPr/>
          <a:lstStyle/>
          <a:p>
            <a:endParaRPr lang="zh-CN" altLang="en-US"/>
          </a:p>
        </p:txBody>
      </p:sp>
      <p:sp>
        <p:nvSpPr>
          <p:cNvPr id="5" name="灯片编号占位符 4">
            <a:extLst>
              <a:ext uri="{FF2B5EF4-FFF2-40B4-BE49-F238E27FC236}">
                <a16:creationId xmlns:a16="http://schemas.microsoft.com/office/drawing/2014/main" id="{81F6D5B7-7E35-D72B-608F-01FC256CC7F2}"/>
              </a:ext>
            </a:extLst>
          </p:cNvPr>
          <p:cNvSpPr>
            <a:spLocks noGrp="1"/>
          </p:cNvSpPr>
          <p:nvPr>
            <p:ph type="sldNum" sz="quarter" idx="15"/>
          </p:nvPr>
        </p:nvSpPr>
        <p:spPr/>
        <p:txBody>
          <a:bodyPr/>
          <a:lstStyle/>
          <a:p>
            <a:fld id="{6D22F896-40B5-4ADD-8801-0D06FADFA095}" type="slidenum">
              <a:rPr lang="en-US" smtClean="0"/>
              <a:pPr/>
              <a:t>7</a:t>
            </a:fld>
            <a:endParaRPr lang="en-US"/>
          </a:p>
        </p:txBody>
      </p:sp>
    </p:spTree>
    <p:extLst>
      <p:ext uri="{BB962C8B-B14F-4D97-AF65-F5344CB8AC3E}">
        <p14:creationId xmlns:p14="http://schemas.microsoft.com/office/powerpoint/2010/main" val="258927944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5D38C3-DC27-767C-8F3B-4044180F1A7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B80D8A7-F088-9FA3-3A0D-8879CDA1F2B2}"/>
              </a:ext>
            </a:extLst>
          </p:cNvPr>
          <p:cNvSpPr>
            <a:spLocks noGrp="1"/>
          </p:cNvSpPr>
          <p:nvPr>
            <p:ph sz="half" idx="1"/>
          </p:nvPr>
        </p:nvSpPr>
        <p:spPr/>
        <p:txBody>
          <a:bodyPr/>
          <a:lstStyle/>
          <a:p>
            <a:endParaRPr lang="zh-CN" altLang="en-US"/>
          </a:p>
        </p:txBody>
      </p:sp>
      <p:sp>
        <p:nvSpPr>
          <p:cNvPr id="4" name="内容占位符 3">
            <a:extLst>
              <a:ext uri="{FF2B5EF4-FFF2-40B4-BE49-F238E27FC236}">
                <a16:creationId xmlns:a16="http://schemas.microsoft.com/office/drawing/2014/main" id="{36A291E8-3E4F-2CAF-A631-F7636B3F1760}"/>
              </a:ext>
            </a:extLst>
          </p:cNvPr>
          <p:cNvSpPr>
            <a:spLocks noGrp="1"/>
          </p:cNvSpPr>
          <p:nvPr>
            <p:ph sz="half" idx="10"/>
          </p:nvPr>
        </p:nvSpPr>
        <p:spPr/>
        <p:txBody>
          <a:bodyPr/>
          <a:lstStyle/>
          <a:p>
            <a:endParaRPr lang="zh-CN" altLang="en-US"/>
          </a:p>
        </p:txBody>
      </p:sp>
      <p:sp>
        <p:nvSpPr>
          <p:cNvPr id="5" name="内容占位符 4">
            <a:extLst>
              <a:ext uri="{FF2B5EF4-FFF2-40B4-BE49-F238E27FC236}">
                <a16:creationId xmlns:a16="http://schemas.microsoft.com/office/drawing/2014/main" id="{F0F13C85-42F2-C081-6177-39889E2F3B0E}"/>
              </a:ext>
            </a:extLst>
          </p:cNvPr>
          <p:cNvSpPr>
            <a:spLocks noGrp="1"/>
          </p:cNvSpPr>
          <p:nvPr>
            <p:ph sz="half" idx="11"/>
          </p:nvPr>
        </p:nvSpPr>
        <p:spPr/>
        <p:txBody>
          <a:bodyPr/>
          <a:lstStyle/>
          <a:p>
            <a:endParaRPr lang="zh-CN" altLang="en-US"/>
          </a:p>
        </p:txBody>
      </p:sp>
      <p:sp>
        <p:nvSpPr>
          <p:cNvPr id="6" name="灯片编号占位符 5">
            <a:extLst>
              <a:ext uri="{FF2B5EF4-FFF2-40B4-BE49-F238E27FC236}">
                <a16:creationId xmlns:a16="http://schemas.microsoft.com/office/drawing/2014/main" id="{BE4C7861-D58B-BA35-B3AE-5C1C7DAF66D7}"/>
              </a:ext>
            </a:extLst>
          </p:cNvPr>
          <p:cNvSpPr>
            <a:spLocks noGrp="1"/>
          </p:cNvSpPr>
          <p:nvPr>
            <p:ph type="sldNum" sz="quarter" idx="12"/>
          </p:nvPr>
        </p:nvSpPr>
        <p:spPr/>
        <p:txBody>
          <a:bodyPr/>
          <a:lstStyle/>
          <a:p>
            <a:fld id="{6D22F896-40B5-4ADD-8801-0D06FADFA095}" type="slidenum">
              <a:rPr lang="en-US" smtClean="0"/>
              <a:pPr/>
              <a:t>8</a:t>
            </a:fld>
            <a:endParaRPr lang="en-US"/>
          </a:p>
        </p:txBody>
      </p:sp>
    </p:spTree>
    <p:extLst>
      <p:ext uri="{BB962C8B-B14F-4D97-AF65-F5344CB8AC3E}">
        <p14:creationId xmlns:p14="http://schemas.microsoft.com/office/powerpoint/2010/main" val="135577316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A63253-DDAB-AE96-B12A-17F36793924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CE3E793B-9D0E-365E-7493-BE6B03F0ACB4}"/>
              </a:ext>
            </a:extLst>
          </p:cNvPr>
          <p:cNvSpPr>
            <a:spLocks noGrp="1"/>
          </p:cNvSpPr>
          <p:nvPr>
            <p:ph sz="half" idx="1"/>
          </p:nvPr>
        </p:nvSpPr>
        <p:spPr/>
        <p:txBody>
          <a:bodyPr/>
          <a:lstStyle/>
          <a:p>
            <a:endParaRPr lang="zh-CN" altLang="en-US"/>
          </a:p>
        </p:txBody>
      </p:sp>
      <p:sp>
        <p:nvSpPr>
          <p:cNvPr id="4" name="图片占位符 3">
            <a:extLst>
              <a:ext uri="{FF2B5EF4-FFF2-40B4-BE49-F238E27FC236}">
                <a16:creationId xmlns:a16="http://schemas.microsoft.com/office/drawing/2014/main" id="{2BADEA61-2783-C70A-3AB1-E4E96825F738}"/>
              </a:ext>
            </a:extLst>
          </p:cNvPr>
          <p:cNvSpPr>
            <a:spLocks noGrp="1"/>
          </p:cNvSpPr>
          <p:nvPr>
            <p:ph type="pic" sz="quarter" idx="16"/>
          </p:nvPr>
        </p:nvSpPr>
        <p:spPr/>
        <p:txBody>
          <a:bodyPr/>
          <a:lstStyle/>
          <a:p>
            <a:endParaRPr lang="zh-CN" altLang="en-US"/>
          </a:p>
        </p:txBody>
      </p:sp>
      <p:sp>
        <p:nvSpPr>
          <p:cNvPr id="5" name="灯片编号占位符 4">
            <a:extLst>
              <a:ext uri="{FF2B5EF4-FFF2-40B4-BE49-F238E27FC236}">
                <a16:creationId xmlns:a16="http://schemas.microsoft.com/office/drawing/2014/main" id="{6D81D47E-516E-C6C9-EF17-791B4F9E56E1}"/>
              </a:ext>
            </a:extLst>
          </p:cNvPr>
          <p:cNvSpPr>
            <a:spLocks noGrp="1"/>
          </p:cNvSpPr>
          <p:nvPr>
            <p:ph type="sldNum" sz="quarter" idx="17"/>
          </p:nvPr>
        </p:nvSpPr>
        <p:spPr/>
        <p:txBody>
          <a:bodyPr/>
          <a:lstStyle/>
          <a:p>
            <a:fld id="{6D22F896-40B5-4ADD-8801-0D06FADFA095}" type="slidenum">
              <a:rPr lang="en-US" smtClean="0"/>
              <a:pPr/>
              <a:t>9</a:t>
            </a:fld>
            <a:endParaRPr lang="en-US"/>
          </a:p>
        </p:txBody>
      </p:sp>
    </p:spTree>
    <p:extLst>
      <p:ext uri="{BB962C8B-B14F-4D97-AF65-F5344CB8AC3E}">
        <p14:creationId xmlns:p14="http://schemas.microsoft.com/office/powerpoint/2010/main" val="4459247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a:extLst>
              <a:ext uri="{FF2B5EF4-FFF2-40B4-BE49-F238E27FC236}">
                <a16:creationId xmlns:a16="http://schemas.microsoft.com/office/drawing/2014/main" id="{6269710B-E5CA-B894-DC84-449DEFD05469}"/>
              </a:ext>
            </a:extLst>
          </p:cNvPr>
          <p:cNvSpPr>
            <a:spLocks noGrp="1"/>
          </p:cNvSpPr>
          <p:nvPr>
            <p:ph type="pic" sz="quarter" idx="16"/>
          </p:nvPr>
        </p:nvSpPr>
        <p:spPr/>
        <p:txBody>
          <a:bodyPr/>
          <a:lstStyle/>
          <a:p>
            <a:endParaRPr lang="zh-CN" altLang="en-US"/>
          </a:p>
        </p:txBody>
      </p:sp>
      <p:sp>
        <p:nvSpPr>
          <p:cNvPr id="3" name="文本占位符 2">
            <a:extLst>
              <a:ext uri="{FF2B5EF4-FFF2-40B4-BE49-F238E27FC236}">
                <a16:creationId xmlns:a16="http://schemas.microsoft.com/office/drawing/2014/main" id="{8598402A-8784-9D35-1F51-4B85A25B52DD}"/>
              </a:ext>
            </a:extLst>
          </p:cNvPr>
          <p:cNvSpPr>
            <a:spLocks noGrp="1"/>
          </p:cNvSpPr>
          <p:nvPr>
            <p:ph type="body" sz="quarter" idx="18"/>
          </p:nvPr>
        </p:nvSpPr>
        <p:spPr/>
        <p:txBody>
          <a:bodyPr/>
          <a:lstStyle/>
          <a:p>
            <a:endParaRPr lang="zh-CN" altLang="en-US"/>
          </a:p>
        </p:txBody>
      </p:sp>
      <p:sp>
        <p:nvSpPr>
          <p:cNvPr id="4" name="灯片编号占位符 3">
            <a:extLst>
              <a:ext uri="{FF2B5EF4-FFF2-40B4-BE49-F238E27FC236}">
                <a16:creationId xmlns:a16="http://schemas.microsoft.com/office/drawing/2014/main" id="{8C9D3D17-BBBF-5C12-0E75-E00A9431E3FD}"/>
              </a:ext>
            </a:extLst>
          </p:cNvPr>
          <p:cNvSpPr>
            <a:spLocks noGrp="1"/>
          </p:cNvSpPr>
          <p:nvPr>
            <p:ph type="sldNum" sz="quarter" idx="20"/>
          </p:nvPr>
        </p:nvSpPr>
        <p:spPr/>
        <p:txBody>
          <a:bodyPr/>
          <a:lstStyle/>
          <a:p>
            <a:fld id="{6D22F896-40B5-4ADD-8801-0D06FADFA095}" type="slidenum">
              <a:rPr lang="en-US" smtClean="0"/>
              <a:pPr/>
              <a:t>10</a:t>
            </a:fld>
            <a:endParaRPr lang="en-US"/>
          </a:p>
        </p:txBody>
      </p:sp>
      <p:sp>
        <p:nvSpPr>
          <p:cNvPr id="5" name="内容占位符 4">
            <a:extLst>
              <a:ext uri="{FF2B5EF4-FFF2-40B4-BE49-F238E27FC236}">
                <a16:creationId xmlns:a16="http://schemas.microsoft.com/office/drawing/2014/main" id="{E6ED6EE5-3BA2-57DF-5DEC-C1C9E1593E36}"/>
              </a:ext>
            </a:extLst>
          </p:cNvPr>
          <p:cNvSpPr>
            <a:spLocks noGrp="1"/>
          </p:cNvSpPr>
          <p:nvPr>
            <p:ph sz="half" idx="1"/>
          </p:nvPr>
        </p:nvSpPr>
        <p:spPr/>
        <p:txBody>
          <a:bodyPr/>
          <a:lstStyle/>
          <a:p>
            <a:endParaRPr lang="zh-CN" altLang="en-US"/>
          </a:p>
        </p:txBody>
      </p:sp>
    </p:spTree>
    <p:extLst>
      <p:ext uri="{BB962C8B-B14F-4D97-AF65-F5344CB8AC3E}">
        <p14:creationId xmlns:p14="http://schemas.microsoft.com/office/powerpoint/2010/main" val="190711208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a:extLst>
              <a:ext uri="{FF2B5EF4-FFF2-40B4-BE49-F238E27FC236}">
                <a16:creationId xmlns:a16="http://schemas.microsoft.com/office/drawing/2014/main" id="{76B2AB9E-2B8F-21F4-A6A4-2484D4E57AAA}"/>
              </a:ext>
            </a:extLst>
          </p:cNvPr>
          <p:cNvSpPr>
            <a:spLocks noGrp="1"/>
          </p:cNvSpPr>
          <p:nvPr>
            <p:ph type="pic" sz="quarter" idx="17"/>
          </p:nvPr>
        </p:nvSpPr>
        <p:spPr/>
        <p:txBody>
          <a:bodyPr/>
          <a:lstStyle/>
          <a:p>
            <a:endParaRPr lang="zh-CN" altLang="en-US"/>
          </a:p>
        </p:txBody>
      </p:sp>
      <p:sp>
        <p:nvSpPr>
          <p:cNvPr id="3" name="内容占位符 2">
            <a:extLst>
              <a:ext uri="{FF2B5EF4-FFF2-40B4-BE49-F238E27FC236}">
                <a16:creationId xmlns:a16="http://schemas.microsoft.com/office/drawing/2014/main" id="{04E92F11-2152-A028-D2EB-961C3063FE4A}"/>
              </a:ext>
            </a:extLst>
          </p:cNvPr>
          <p:cNvSpPr>
            <a:spLocks noGrp="1"/>
          </p:cNvSpPr>
          <p:nvPr>
            <p:ph sz="half" idx="18"/>
          </p:nvPr>
        </p:nvSpPr>
        <p:spPr/>
        <p:txBody>
          <a:bodyPr/>
          <a:lstStyle/>
          <a:p>
            <a:endParaRPr lang="zh-CN" altLang="en-US"/>
          </a:p>
        </p:txBody>
      </p:sp>
      <p:sp>
        <p:nvSpPr>
          <p:cNvPr id="4" name="标题 3">
            <a:extLst>
              <a:ext uri="{FF2B5EF4-FFF2-40B4-BE49-F238E27FC236}">
                <a16:creationId xmlns:a16="http://schemas.microsoft.com/office/drawing/2014/main" id="{1E4F18DB-CA91-B791-ABDF-257F192B4546}"/>
              </a:ext>
            </a:extLst>
          </p:cNvPr>
          <p:cNvSpPr>
            <a:spLocks noGrp="1"/>
          </p:cNvSpPr>
          <p:nvPr>
            <p:ph type="title"/>
          </p:nvPr>
        </p:nvSpPr>
        <p:spPr/>
        <p:txBody>
          <a:bodyPr/>
          <a:lstStyle/>
          <a:p>
            <a:endParaRPr lang="zh-CN" altLang="en-US"/>
          </a:p>
        </p:txBody>
      </p:sp>
      <p:sp>
        <p:nvSpPr>
          <p:cNvPr id="5" name="灯片编号占位符 4">
            <a:extLst>
              <a:ext uri="{FF2B5EF4-FFF2-40B4-BE49-F238E27FC236}">
                <a16:creationId xmlns:a16="http://schemas.microsoft.com/office/drawing/2014/main" id="{8736FCC8-AF82-AFC8-7DED-09BEFE5D6C29}"/>
              </a:ext>
            </a:extLst>
          </p:cNvPr>
          <p:cNvSpPr>
            <a:spLocks noGrp="1"/>
          </p:cNvSpPr>
          <p:nvPr>
            <p:ph type="sldNum" sz="quarter" idx="19"/>
          </p:nvPr>
        </p:nvSpPr>
        <p:spPr/>
        <p:txBody>
          <a:bodyPr/>
          <a:lstStyle/>
          <a:p>
            <a:fld id="{6D22F896-40B5-4ADD-8801-0D06FADFA095}" type="slidenum">
              <a:rPr lang="en-US" smtClean="0"/>
              <a:pPr/>
              <a:t>11</a:t>
            </a:fld>
            <a:endParaRPr lang="en-US"/>
          </a:p>
        </p:txBody>
      </p:sp>
    </p:spTree>
    <p:extLst>
      <p:ext uri="{BB962C8B-B14F-4D97-AF65-F5344CB8AC3E}">
        <p14:creationId xmlns:p14="http://schemas.microsoft.com/office/powerpoint/2010/main" val="390163063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319AA0-0FE7-D282-C729-E29AF60DA50E}"/>
              </a:ext>
            </a:extLst>
          </p:cNvPr>
          <p:cNvSpPr>
            <a:spLocks noGrp="1"/>
          </p:cNvSpPr>
          <p:nvPr>
            <p:ph type="title"/>
          </p:nvPr>
        </p:nvSpPr>
        <p:spPr/>
        <p:txBody>
          <a:bodyPr/>
          <a:lstStyle/>
          <a:p>
            <a:endParaRPr lang="zh-CN" altLang="en-US"/>
          </a:p>
        </p:txBody>
      </p:sp>
      <p:sp>
        <p:nvSpPr>
          <p:cNvPr id="3" name="图表占位符 2">
            <a:extLst>
              <a:ext uri="{FF2B5EF4-FFF2-40B4-BE49-F238E27FC236}">
                <a16:creationId xmlns:a16="http://schemas.microsoft.com/office/drawing/2014/main" id="{B8314422-FFEF-071A-FC4A-5E6AFEEBB5FF}"/>
              </a:ext>
            </a:extLst>
          </p:cNvPr>
          <p:cNvSpPr>
            <a:spLocks noGrp="1"/>
          </p:cNvSpPr>
          <p:nvPr>
            <p:ph type="chart" sz="quarter" idx="10"/>
          </p:nvPr>
        </p:nvSpPr>
        <p:spPr/>
        <p:txBody>
          <a:bodyPr/>
          <a:lstStyle/>
          <a:p>
            <a:endParaRPr lang="zh-CN" altLang="en-US"/>
          </a:p>
        </p:txBody>
      </p:sp>
      <p:sp>
        <p:nvSpPr>
          <p:cNvPr id="4" name="灯片编号占位符 3">
            <a:extLst>
              <a:ext uri="{FF2B5EF4-FFF2-40B4-BE49-F238E27FC236}">
                <a16:creationId xmlns:a16="http://schemas.microsoft.com/office/drawing/2014/main" id="{8CF8E31C-2740-435A-86A6-AF0D34656102}"/>
              </a:ext>
            </a:extLst>
          </p:cNvPr>
          <p:cNvSpPr>
            <a:spLocks noGrp="1"/>
          </p:cNvSpPr>
          <p:nvPr>
            <p:ph type="sldNum" sz="quarter" idx="11"/>
          </p:nvPr>
        </p:nvSpPr>
        <p:spPr/>
        <p:txBody>
          <a:bodyPr/>
          <a:lstStyle/>
          <a:p>
            <a:fld id="{6D22F896-40B5-4ADD-8801-0D06FADFA095}" type="slidenum">
              <a:rPr lang="en-US" smtClean="0"/>
              <a:pPr/>
              <a:t>12</a:t>
            </a:fld>
            <a:endParaRPr lang="en-US"/>
          </a:p>
        </p:txBody>
      </p:sp>
    </p:spTree>
    <p:extLst>
      <p:ext uri="{BB962C8B-B14F-4D97-AF65-F5344CB8AC3E}">
        <p14:creationId xmlns:p14="http://schemas.microsoft.com/office/powerpoint/2010/main" val="270446063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A8E4CE-C873-2465-7902-E0FEF3C9B570}"/>
              </a:ext>
            </a:extLst>
          </p:cNvPr>
          <p:cNvSpPr>
            <a:spLocks noGrp="1"/>
          </p:cNvSpPr>
          <p:nvPr>
            <p:ph type="sldNum" sz="quarter" idx="10"/>
          </p:nvPr>
        </p:nvSpPr>
        <p:spPr/>
        <p:txBody>
          <a:bodyPr/>
          <a:lstStyle/>
          <a:p>
            <a:fld id="{6D22F896-40B5-4ADD-8801-0D06FADFA095}" type="slidenum">
              <a:rPr lang="en-US" smtClean="0"/>
              <a:pPr/>
              <a:t>13</a:t>
            </a:fld>
            <a:endParaRPr lang="en-US"/>
          </a:p>
        </p:txBody>
      </p:sp>
    </p:spTree>
    <p:extLst>
      <p:ext uri="{BB962C8B-B14F-4D97-AF65-F5344CB8AC3E}">
        <p14:creationId xmlns:p14="http://schemas.microsoft.com/office/powerpoint/2010/main" val="155133464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2268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AC548D-1FB0-261C-C8CC-E23C7F8699C3}"/>
              </a:ext>
            </a:extLst>
          </p:cNvPr>
          <p:cNvSpPr>
            <a:spLocks noGrp="1"/>
          </p:cNvSpPr>
          <p:nvPr>
            <p:ph type="title"/>
          </p:nvPr>
        </p:nvSpPr>
        <p:spPr/>
        <p:txBody>
          <a:bodyPr/>
          <a:lstStyle/>
          <a:p>
            <a:r>
              <a:rPr lang="en-US" dirty="0"/>
              <a:t>Lenovo starter presentation template </a:t>
            </a:r>
          </a:p>
        </p:txBody>
      </p:sp>
      <p:sp>
        <p:nvSpPr>
          <p:cNvPr id="5" name="Subtitle 4">
            <a:extLst>
              <a:ext uri="{FF2B5EF4-FFF2-40B4-BE49-F238E27FC236}">
                <a16:creationId xmlns:a16="http://schemas.microsoft.com/office/drawing/2014/main" id="{3270B086-C00E-1187-BBE7-D9A38CBB313A}"/>
              </a:ext>
            </a:extLst>
          </p:cNvPr>
          <p:cNvSpPr>
            <a:spLocks noGrp="1"/>
          </p:cNvSpPr>
          <p:nvPr>
            <p:ph type="subTitle" idx="1"/>
          </p:nvPr>
        </p:nvSpPr>
        <p:spPr/>
        <p:txBody>
          <a:bodyPr/>
          <a:lstStyle/>
          <a:p>
            <a:r>
              <a:rPr lang="en-US"/>
              <a:t>Speaker name | Date</a:t>
            </a:r>
          </a:p>
        </p:txBody>
      </p:sp>
    </p:spTree>
    <p:extLst>
      <p:ext uri="{BB962C8B-B14F-4D97-AF65-F5344CB8AC3E}">
        <p14:creationId xmlns:p14="http://schemas.microsoft.com/office/powerpoint/2010/main" val="144045427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264D5C-8C47-4387-8DE2-EC58EEC77310}"/>
              </a:ext>
            </a:extLst>
          </p:cNvPr>
          <p:cNvSpPr>
            <a:spLocks noGrp="1"/>
          </p:cNvSpPr>
          <p:nvPr>
            <p:ph type="title"/>
          </p:nvPr>
        </p:nvSpPr>
        <p:spPr/>
        <p:txBody>
          <a:bodyPr/>
          <a:lstStyle/>
          <a:p>
            <a:r>
              <a:rPr lang="en-US" dirty="0"/>
              <a:t>Section header</a:t>
            </a:r>
          </a:p>
        </p:txBody>
      </p:sp>
      <p:sp>
        <p:nvSpPr>
          <p:cNvPr id="5" name="Text Placeholder 4">
            <a:extLst>
              <a:ext uri="{FF2B5EF4-FFF2-40B4-BE49-F238E27FC236}">
                <a16:creationId xmlns:a16="http://schemas.microsoft.com/office/drawing/2014/main" id="{31523241-5764-4AC5-BBBE-686C670663FE}"/>
              </a:ext>
            </a:extLst>
          </p:cNvPr>
          <p:cNvSpPr>
            <a:spLocks noGrp="1"/>
          </p:cNvSpPr>
          <p:nvPr>
            <p:ph type="body" idx="1"/>
          </p:nvPr>
        </p:nvSpPr>
        <p:spPr/>
        <p:txBody>
          <a:bodyPr/>
          <a:lstStyle/>
          <a:p>
            <a:r>
              <a:rPr lang="en-US"/>
              <a:t>Subhead here</a:t>
            </a:r>
          </a:p>
        </p:txBody>
      </p:sp>
    </p:spTree>
    <p:extLst>
      <p:ext uri="{BB962C8B-B14F-4D97-AF65-F5344CB8AC3E}">
        <p14:creationId xmlns:p14="http://schemas.microsoft.com/office/powerpoint/2010/main" val="127932502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7FB04E-4E20-8EDD-BC00-4321C9E052D1}"/>
              </a:ext>
            </a:extLst>
          </p:cNvPr>
          <p:cNvSpPr>
            <a:spLocks noGrp="1"/>
          </p:cNvSpPr>
          <p:nvPr>
            <p:ph type="title"/>
          </p:nvPr>
        </p:nvSpPr>
        <p:spPr/>
        <p:txBody>
          <a:bodyPr/>
          <a:lstStyle/>
          <a:p>
            <a:r>
              <a:rPr lang="en-US" dirty="0"/>
              <a:t>Where to find the latest templates</a:t>
            </a:r>
          </a:p>
        </p:txBody>
      </p:sp>
      <p:sp>
        <p:nvSpPr>
          <p:cNvPr id="4" name="Slide Number Placeholder 3">
            <a:extLst>
              <a:ext uri="{FF2B5EF4-FFF2-40B4-BE49-F238E27FC236}">
                <a16:creationId xmlns:a16="http://schemas.microsoft.com/office/drawing/2014/main" id="{57C377BB-C6D6-C233-FA26-8FC040222E05}"/>
              </a:ext>
            </a:extLst>
          </p:cNvPr>
          <p:cNvSpPr>
            <a:spLocks noGrp="1"/>
          </p:cNvSpPr>
          <p:nvPr>
            <p:ph type="sldNum" sz="quarter" idx="10"/>
          </p:nvPr>
        </p:nvSpPr>
        <p:spPr/>
        <p:txBody>
          <a:bodyPr/>
          <a:lstStyle/>
          <a:p>
            <a:fld id="{6D22F896-40B5-4ADD-8801-0D06FADFA095}" type="slidenum">
              <a:rPr lang="en-US" smtClean="0"/>
              <a:pPr/>
              <a:t>17</a:t>
            </a:fld>
            <a:endParaRPr lang="en-US" dirty="0"/>
          </a:p>
        </p:txBody>
      </p:sp>
      <p:sp>
        <p:nvSpPr>
          <p:cNvPr id="5" name="Rectangle 4">
            <a:extLst>
              <a:ext uri="{FF2B5EF4-FFF2-40B4-BE49-F238E27FC236}">
                <a16:creationId xmlns:a16="http://schemas.microsoft.com/office/drawing/2014/main" id="{CF2083C1-69D5-C57C-C940-565C1F66FDD7}"/>
              </a:ext>
            </a:extLst>
          </p:cNvPr>
          <p:cNvSpPr/>
          <p:nvPr/>
        </p:nvSpPr>
        <p:spPr>
          <a:xfrm>
            <a:off x="783662" y="3853715"/>
            <a:ext cx="9290073" cy="2547084"/>
          </a:xfrm>
          <a:prstGeom prst="rect">
            <a:avLst/>
          </a:prstGeom>
          <a:gradFill>
            <a:gsLst>
              <a:gs pos="21000">
                <a:srgbClr val="FBD3CC">
                  <a:lumMod val="55000"/>
                  <a:lumOff val="45000"/>
                </a:srgbClr>
              </a:gs>
              <a:gs pos="0">
                <a:srgbClr val="FEF2E8">
                  <a:lumMod val="80000"/>
                  <a:lumOff val="20000"/>
                </a:srgbClr>
              </a:gs>
              <a:gs pos="65000">
                <a:srgbClr val="F5EAF3"/>
              </a:gs>
              <a:gs pos="50000">
                <a:srgbClr val="FAF3F8">
                  <a:lumMod val="97000"/>
                </a:srgbClr>
              </a:gs>
              <a:gs pos="95000">
                <a:srgbClr val="A7B6D3">
                  <a:lumMod val="60000"/>
                  <a:lumOff val="4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182880" rIns="457200" bIns="182880" rtlCol="0" anchor="ctr" anchorCtr="0"/>
          <a:lstStyle/>
          <a:p>
            <a:pPr algn="ctr"/>
            <a:endParaRPr lang="en-US" dirty="0">
              <a:solidFill>
                <a:schemeClr val="bg1"/>
              </a:solidFill>
            </a:endParaRPr>
          </a:p>
        </p:txBody>
      </p:sp>
      <p:pic>
        <p:nvPicPr>
          <p:cNvPr id="2" name="Picture 1">
            <a:extLst>
              <a:ext uri="{FF2B5EF4-FFF2-40B4-BE49-F238E27FC236}">
                <a16:creationId xmlns:a16="http://schemas.microsoft.com/office/drawing/2014/main" id="{F2E29729-99CC-B83E-D3A2-8CD04DFE859A}"/>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783662" y="1171388"/>
            <a:ext cx="4528151" cy="2547084"/>
          </a:xfrm>
          <a:prstGeom prst="rect">
            <a:avLst/>
          </a:prstGeom>
          <a:ln>
            <a:solidFill>
              <a:schemeClr val="bg1">
                <a:lumMod val="75000"/>
              </a:schemeClr>
            </a:solidFill>
          </a:ln>
        </p:spPr>
      </p:pic>
      <p:pic>
        <p:nvPicPr>
          <p:cNvPr id="3" name="Picture 2">
            <a:extLst>
              <a:ext uri="{FF2B5EF4-FFF2-40B4-BE49-F238E27FC236}">
                <a16:creationId xmlns:a16="http://schemas.microsoft.com/office/drawing/2014/main" id="{5B0A4AF7-791B-37E3-80FD-E0385BC31EB1}"/>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545584" y="1171389"/>
            <a:ext cx="4528149" cy="2547083"/>
          </a:xfrm>
          <a:prstGeom prst="rect">
            <a:avLst/>
          </a:prstGeom>
          <a:ln>
            <a:solidFill>
              <a:schemeClr val="bg1">
                <a:lumMod val="75000"/>
              </a:schemeClr>
            </a:solidFill>
          </a:ln>
        </p:spPr>
      </p:pic>
      <p:sp>
        <p:nvSpPr>
          <p:cNvPr id="8" name="TextBox 7">
            <a:extLst>
              <a:ext uri="{FF2B5EF4-FFF2-40B4-BE49-F238E27FC236}">
                <a16:creationId xmlns:a16="http://schemas.microsoft.com/office/drawing/2014/main" id="{BA5195E8-A592-CC2E-0E0D-EE397C73EFCE}"/>
              </a:ext>
            </a:extLst>
          </p:cNvPr>
          <p:cNvSpPr txBox="1"/>
          <p:nvPr/>
        </p:nvSpPr>
        <p:spPr>
          <a:xfrm>
            <a:off x="779790" y="4182470"/>
            <a:ext cx="4646969" cy="1631216"/>
          </a:xfrm>
          <a:prstGeom prst="rect">
            <a:avLst/>
          </a:prstGeom>
          <a:noFill/>
        </p:spPr>
        <p:txBody>
          <a:bodyPr wrap="square" lIns="274320" rIns="274320">
            <a:spAutoFit/>
          </a:bodyPr>
          <a:lstStyle/>
          <a:p>
            <a:pPr algn="ctr"/>
            <a:r>
              <a:rPr lang="en-US" sz="1800" b="1" dirty="0"/>
              <a:t>Option 1: </a:t>
            </a:r>
            <a:br>
              <a:rPr lang="en-US" sz="1800" b="1" dirty="0"/>
            </a:br>
            <a:r>
              <a:rPr lang="en-US" sz="1800" b="1" dirty="0"/>
              <a:t>Log-in to AEM</a:t>
            </a:r>
          </a:p>
          <a:p>
            <a:pPr algn="ctr"/>
            <a:endParaRPr lang="en-US" sz="1600" dirty="0"/>
          </a:p>
          <a:p>
            <a:pPr algn="ctr"/>
            <a:r>
              <a:rPr lang="en-US" sz="1600" dirty="0"/>
              <a:t>Visit </a:t>
            </a:r>
            <a:r>
              <a:rPr lang="en-US" sz="1600" dirty="0">
                <a:hlinkClick r:id="rId5"/>
              </a:rPr>
              <a:t>Brand Portal</a:t>
            </a:r>
            <a:r>
              <a:rPr lang="en-US" sz="1600" dirty="0"/>
              <a:t> to download both </a:t>
            </a:r>
            <a:br>
              <a:rPr lang="en-US" sz="1600" dirty="0"/>
            </a:br>
            <a:r>
              <a:rPr lang="en-US" sz="1600" dirty="0"/>
              <a:t>the Lenovo starter presentation template </a:t>
            </a:r>
            <a:br>
              <a:rPr lang="en-US" sz="1600" dirty="0"/>
            </a:br>
            <a:r>
              <a:rPr lang="en-US" sz="1600" dirty="0"/>
              <a:t>and the Lenovo presentation slide library</a:t>
            </a:r>
          </a:p>
        </p:txBody>
      </p:sp>
      <p:sp>
        <p:nvSpPr>
          <p:cNvPr id="9" name="TextBox 8">
            <a:extLst>
              <a:ext uri="{FF2B5EF4-FFF2-40B4-BE49-F238E27FC236}">
                <a16:creationId xmlns:a16="http://schemas.microsoft.com/office/drawing/2014/main" id="{308EA7A0-C35A-ACB6-A4C9-EC12C39B4D23}"/>
              </a:ext>
            </a:extLst>
          </p:cNvPr>
          <p:cNvSpPr txBox="1"/>
          <p:nvPr/>
        </p:nvSpPr>
        <p:spPr>
          <a:xfrm>
            <a:off x="5426766" y="4182470"/>
            <a:ext cx="4646970" cy="1877437"/>
          </a:xfrm>
          <a:prstGeom prst="rect">
            <a:avLst/>
          </a:prstGeom>
          <a:noFill/>
        </p:spPr>
        <p:txBody>
          <a:bodyPr wrap="square" lIns="274320" rIns="274320">
            <a:spAutoFit/>
          </a:bodyPr>
          <a:lstStyle/>
          <a:p>
            <a:pPr algn="ctr"/>
            <a:r>
              <a:rPr lang="en-US" sz="1800" b="1" dirty="0"/>
              <a:t>Option 2: </a:t>
            </a:r>
            <a:br>
              <a:rPr lang="en-US" sz="1800" b="1" dirty="0"/>
            </a:br>
            <a:r>
              <a:rPr lang="en-US" sz="1800" b="1" dirty="0"/>
              <a:t>Open PowerPoint</a:t>
            </a:r>
          </a:p>
          <a:p>
            <a:pPr algn="ctr"/>
            <a:endParaRPr lang="en-US" sz="1600" b="1" dirty="0"/>
          </a:p>
          <a:p>
            <a:pPr algn="ctr"/>
            <a:r>
              <a:rPr lang="en-US" sz="1600" dirty="0"/>
              <a:t>Open PowerPoint and find both the </a:t>
            </a:r>
            <a:br>
              <a:rPr lang="en-US" sz="1600" dirty="0"/>
            </a:br>
            <a:r>
              <a:rPr lang="en-US" sz="1600" dirty="0"/>
              <a:t>IT-loaded Lenovo starter presentation template and the Lenovo presentation </a:t>
            </a:r>
            <a:br>
              <a:rPr lang="en-US" sz="1600" dirty="0"/>
            </a:br>
            <a:r>
              <a:rPr lang="en-US" sz="1600" dirty="0"/>
              <a:t>slide library </a:t>
            </a:r>
          </a:p>
        </p:txBody>
      </p:sp>
      <p:cxnSp>
        <p:nvCxnSpPr>
          <p:cNvPr id="12" name="Straight Connector 11">
            <a:extLst>
              <a:ext uri="{FF2B5EF4-FFF2-40B4-BE49-F238E27FC236}">
                <a16:creationId xmlns:a16="http://schemas.microsoft.com/office/drawing/2014/main" id="{0E401505-5EC0-2A68-7B99-E58B3A4B51C0}"/>
              </a:ext>
            </a:extLst>
          </p:cNvPr>
          <p:cNvCxnSpPr>
            <a:cxnSpLocks/>
          </p:cNvCxnSpPr>
          <p:nvPr/>
        </p:nvCxnSpPr>
        <p:spPr>
          <a:xfrm>
            <a:off x="5426765" y="4007449"/>
            <a:ext cx="0" cy="2239617"/>
          </a:xfrm>
          <a:prstGeom prst="line">
            <a:avLst/>
          </a:prstGeom>
          <a:ln w="19050">
            <a:solidFill>
              <a:schemeClr val="tx1"/>
            </a:solidFill>
            <a:prstDash val="sysDot"/>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250107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7FB04E-4E20-8EDD-BC00-4321C9E052D1}"/>
              </a:ext>
            </a:extLst>
          </p:cNvPr>
          <p:cNvSpPr>
            <a:spLocks noGrp="1"/>
          </p:cNvSpPr>
          <p:nvPr>
            <p:ph type="title"/>
          </p:nvPr>
        </p:nvSpPr>
        <p:spPr/>
        <p:txBody>
          <a:bodyPr/>
          <a:lstStyle/>
          <a:p>
            <a:r>
              <a:rPr lang="en-US" dirty="0"/>
              <a:t>Getting started</a:t>
            </a:r>
          </a:p>
        </p:txBody>
      </p:sp>
      <p:sp>
        <p:nvSpPr>
          <p:cNvPr id="4" name="Slide Number Placeholder 3">
            <a:extLst>
              <a:ext uri="{FF2B5EF4-FFF2-40B4-BE49-F238E27FC236}">
                <a16:creationId xmlns:a16="http://schemas.microsoft.com/office/drawing/2014/main" id="{57C377BB-C6D6-C233-FA26-8FC040222E05}"/>
              </a:ext>
            </a:extLst>
          </p:cNvPr>
          <p:cNvSpPr>
            <a:spLocks noGrp="1"/>
          </p:cNvSpPr>
          <p:nvPr>
            <p:ph type="sldNum" sz="quarter" idx="10"/>
          </p:nvPr>
        </p:nvSpPr>
        <p:spPr/>
        <p:txBody>
          <a:bodyPr/>
          <a:lstStyle/>
          <a:p>
            <a:fld id="{6D22F896-40B5-4ADD-8801-0D06FADFA095}" type="slidenum">
              <a:rPr lang="en-US" smtClean="0"/>
              <a:pPr/>
              <a:t>18</a:t>
            </a:fld>
            <a:endParaRPr lang="en-US" dirty="0"/>
          </a:p>
        </p:txBody>
      </p:sp>
      <p:sp>
        <p:nvSpPr>
          <p:cNvPr id="8" name="Rectangle 7">
            <a:extLst>
              <a:ext uri="{FF2B5EF4-FFF2-40B4-BE49-F238E27FC236}">
                <a16:creationId xmlns:a16="http://schemas.microsoft.com/office/drawing/2014/main" id="{1623A16B-9F7F-CBF6-D45A-190F8C4BC4FC}"/>
              </a:ext>
            </a:extLst>
          </p:cNvPr>
          <p:cNvSpPr/>
          <p:nvPr/>
        </p:nvSpPr>
        <p:spPr>
          <a:xfrm>
            <a:off x="5315051" y="3777239"/>
            <a:ext cx="6113362" cy="242377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182880" rIns="457200" bIns="182880" rtlCol="0" anchor="ctr" anchorCtr="0"/>
          <a:lstStyle/>
          <a:p>
            <a:pPr algn="ctr"/>
            <a:r>
              <a:rPr lang="en-US" b="0" i="0" dirty="0">
                <a:solidFill>
                  <a:schemeClr val="tx1"/>
                </a:solidFill>
                <a:effectLst/>
              </a:rPr>
              <a:t>The Lenovo presentation slide library includes slide examples and elements to help further customize and enhance your Lenovo presentations</a:t>
            </a:r>
          </a:p>
        </p:txBody>
      </p:sp>
      <p:pic>
        <p:nvPicPr>
          <p:cNvPr id="2" name="Picture 1">
            <a:extLst>
              <a:ext uri="{FF2B5EF4-FFF2-40B4-BE49-F238E27FC236}">
                <a16:creationId xmlns:a16="http://schemas.microsoft.com/office/drawing/2014/main" id="{F2E29729-99CC-B83E-D3A2-8CD04DFE859A}"/>
              </a:ext>
            </a:extLst>
          </p:cNvPr>
          <p:cNvPicPr>
            <a:picLocks noChangeAspect="1"/>
          </p:cNvPicPr>
          <p:nvPr/>
        </p:nvPicPr>
        <p:blipFill>
          <a:blip r:embed="rId3"/>
          <a:srcRect/>
          <a:stretch/>
        </p:blipFill>
        <p:spPr>
          <a:xfrm>
            <a:off x="783664" y="1171389"/>
            <a:ext cx="4308936" cy="2423776"/>
          </a:xfrm>
          <a:prstGeom prst="rect">
            <a:avLst/>
          </a:prstGeom>
          <a:ln>
            <a:solidFill>
              <a:schemeClr val="bg1">
                <a:lumMod val="75000"/>
              </a:schemeClr>
            </a:solidFill>
          </a:ln>
        </p:spPr>
      </p:pic>
      <p:pic>
        <p:nvPicPr>
          <p:cNvPr id="3" name="Picture 2">
            <a:extLst>
              <a:ext uri="{FF2B5EF4-FFF2-40B4-BE49-F238E27FC236}">
                <a16:creationId xmlns:a16="http://schemas.microsoft.com/office/drawing/2014/main" id="{5B0A4AF7-791B-37E3-80FD-E0385BC31EB1}"/>
              </a:ext>
            </a:extLst>
          </p:cNvPr>
          <p:cNvPicPr>
            <a:picLocks noChangeAspect="1"/>
          </p:cNvPicPr>
          <p:nvPr/>
        </p:nvPicPr>
        <p:blipFill>
          <a:blip r:embed="rId4"/>
          <a:srcRect/>
          <a:stretch/>
        </p:blipFill>
        <p:spPr>
          <a:xfrm>
            <a:off x="783664" y="3782620"/>
            <a:ext cx="4308935" cy="2423775"/>
          </a:xfrm>
          <a:prstGeom prst="rect">
            <a:avLst/>
          </a:prstGeom>
          <a:ln>
            <a:solidFill>
              <a:schemeClr val="bg1">
                <a:lumMod val="75000"/>
              </a:schemeClr>
            </a:solidFill>
          </a:ln>
        </p:spPr>
      </p:pic>
      <p:sp>
        <p:nvSpPr>
          <p:cNvPr id="5" name="Rectangle 4">
            <a:extLst>
              <a:ext uri="{FF2B5EF4-FFF2-40B4-BE49-F238E27FC236}">
                <a16:creationId xmlns:a16="http://schemas.microsoft.com/office/drawing/2014/main" id="{46A34F49-38D5-6F05-01F2-B4DCAF9A34B4}"/>
              </a:ext>
            </a:extLst>
          </p:cNvPr>
          <p:cNvSpPr/>
          <p:nvPr/>
        </p:nvSpPr>
        <p:spPr>
          <a:xfrm>
            <a:off x="5315051" y="1171389"/>
            <a:ext cx="6113362" cy="2423776"/>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182880" rIns="457200" bIns="182880" rtlCol="0" anchor="ctr" anchorCtr="0"/>
          <a:lstStyle/>
          <a:p>
            <a:pPr marL="0" indent="0" algn="ctr">
              <a:buNone/>
            </a:pPr>
            <a:r>
              <a:rPr lang="en-US" dirty="0">
                <a:solidFill>
                  <a:schemeClr val="tx1"/>
                </a:solidFill>
              </a:rPr>
              <a:t>Begin</a:t>
            </a:r>
            <a:r>
              <a:rPr lang="en-US" b="0" i="0" dirty="0">
                <a:solidFill>
                  <a:schemeClr val="tx1"/>
                </a:solidFill>
                <a:effectLst/>
              </a:rPr>
              <a:t> with the Lenovo starter presentation template and use it in conjunction with the </a:t>
            </a:r>
            <a:r>
              <a:rPr lang="en-US" b="0" dirty="0">
                <a:solidFill>
                  <a:schemeClr val="tx1"/>
                </a:solidFill>
                <a:effectLst/>
              </a:rPr>
              <a:t>Lenovo presentation slide library</a:t>
            </a:r>
            <a:endParaRPr lang="en-US" b="0" i="0" dirty="0">
              <a:solidFill>
                <a:schemeClr val="tx1"/>
              </a:solidFill>
              <a:effectLst/>
            </a:endParaRPr>
          </a:p>
        </p:txBody>
      </p:sp>
    </p:spTree>
    <p:extLst>
      <p:ext uri="{BB962C8B-B14F-4D97-AF65-F5344CB8AC3E}">
        <p14:creationId xmlns:p14="http://schemas.microsoft.com/office/powerpoint/2010/main" val="316811046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EB29290-2770-43D0-957D-8C0179EBF06B}"/>
              </a:ext>
            </a:extLst>
          </p:cNvPr>
          <p:cNvSpPr/>
          <p:nvPr/>
        </p:nvSpPr>
        <p:spPr>
          <a:xfrm>
            <a:off x="5839428" y="0"/>
            <a:ext cx="6349397" cy="6858000"/>
          </a:xfrm>
          <a:prstGeom prst="rect">
            <a:avLst/>
          </a:prstGeom>
          <a:gradFill>
            <a:gsLst>
              <a:gs pos="21000">
                <a:srgbClr val="FBD3CC">
                  <a:lumMod val="55000"/>
                  <a:lumOff val="45000"/>
                </a:srgbClr>
              </a:gs>
              <a:gs pos="0">
                <a:srgbClr val="FEF2E8">
                  <a:lumMod val="80000"/>
                  <a:lumOff val="20000"/>
                </a:srgbClr>
              </a:gs>
              <a:gs pos="65000">
                <a:srgbClr val="F5EAF3"/>
              </a:gs>
              <a:gs pos="50000">
                <a:srgbClr val="FAF3F8">
                  <a:lumMod val="97000"/>
                </a:srgbClr>
              </a:gs>
              <a:gs pos="95000">
                <a:srgbClr val="A7B6D3">
                  <a:lumMod val="60000"/>
                  <a:lumOff val="4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endParaRPr lang="en-US" dirty="0">
              <a:solidFill>
                <a:schemeClr val="tx1"/>
              </a:solidFill>
            </a:endParaRPr>
          </a:p>
        </p:txBody>
      </p:sp>
      <p:sp>
        <p:nvSpPr>
          <p:cNvPr id="3" name="Title 2"/>
          <p:cNvSpPr>
            <a:spLocks noGrp="1"/>
          </p:cNvSpPr>
          <p:nvPr>
            <p:ph type="title"/>
          </p:nvPr>
        </p:nvSpPr>
        <p:spPr/>
        <p:txBody>
          <a:bodyPr/>
          <a:lstStyle/>
          <a:p>
            <a:r>
              <a:rPr lang="en-US" dirty="0"/>
              <a:t>Slide master layouts</a:t>
            </a:r>
          </a:p>
        </p:txBody>
      </p:sp>
      <p:sp>
        <p:nvSpPr>
          <p:cNvPr id="4" name="Content Placeholder 3"/>
          <p:cNvSpPr>
            <a:spLocks noGrp="1"/>
          </p:cNvSpPr>
          <p:nvPr>
            <p:ph sz="half" idx="1"/>
          </p:nvPr>
        </p:nvSpPr>
        <p:spPr>
          <a:xfrm>
            <a:off x="760412" y="1598530"/>
            <a:ext cx="4691264" cy="4345070"/>
          </a:xfrm>
        </p:spPr>
        <p:txBody>
          <a:bodyPr/>
          <a:lstStyle/>
          <a:p>
            <a:r>
              <a:rPr lang="en-US" dirty="0"/>
              <a:t>Discover all available slide layouts by following these instructions:</a:t>
            </a:r>
          </a:p>
          <a:p>
            <a:pPr lvl="1"/>
            <a:r>
              <a:rPr lang="en-US" sz="1800" dirty="0">
                <a:solidFill>
                  <a:srgbClr val="000000"/>
                </a:solidFill>
              </a:rPr>
              <a:t>In the slide panel on the left, right-click on a thumbnail </a:t>
            </a:r>
            <a:r>
              <a:rPr lang="en-US" dirty="0"/>
              <a:t>and select “Layout” to choose an option based on your content needs OR</a:t>
            </a:r>
          </a:p>
          <a:p>
            <a:pPr lvl="1"/>
            <a:r>
              <a:rPr lang="en-US" dirty="0"/>
              <a:t>From the “Home” tab, choose the “Slide Layout” dropdown</a:t>
            </a:r>
          </a:p>
          <a:p>
            <a:r>
              <a:rPr lang="en-US" dirty="0"/>
              <a:t>Layout options between “Title </a:t>
            </a:r>
            <a:r>
              <a:rPr lang="en-US" dirty="0" err="1"/>
              <a:t>Slide_White</a:t>
            </a:r>
            <a:r>
              <a:rPr lang="en-US" dirty="0"/>
              <a:t>” and “Closing </a:t>
            </a:r>
            <a:r>
              <a:rPr lang="en-US" dirty="0" err="1"/>
              <a:t>Slide_Black</a:t>
            </a:r>
            <a:r>
              <a:rPr lang="en-US" dirty="0"/>
              <a:t>” are considered part of the current template</a:t>
            </a:r>
          </a:p>
        </p:txBody>
      </p:sp>
      <p:sp>
        <p:nvSpPr>
          <p:cNvPr id="9" name="Slide Number Placeholder 8">
            <a:extLst>
              <a:ext uri="{FF2B5EF4-FFF2-40B4-BE49-F238E27FC236}">
                <a16:creationId xmlns:a16="http://schemas.microsoft.com/office/drawing/2014/main" id="{0E8679D7-A2AD-7B0C-EEEE-D1E2E27618C3}"/>
              </a:ext>
            </a:extLst>
          </p:cNvPr>
          <p:cNvSpPr>
            <a:spLocks noGrp="1"/>
          </p:cNvSpPr>
          <p:nvPr>
            <p:ph type="sldNum" sz="quarter" idx="10"/>
          </p:nvPr>
        </p:nvSpPr>
        <p:spPr/>
        <p:txBody>
          <a:bodyPr/>
          <a:lstStyle/>
          <a:p>
            <a:fld id="{6D22F896-40B5-4ADD-8801-0D06FADFA095}" type="slidenum">
              <a:rPr lang="en-US" smtClean="0"/>
              <a:pPr/>
              <a:t>19</a:t>
            </a:fld>
            <a:endParaRPr lang="en-US"/>
          </a:p>
        </p:txBody>
      </p:sp>
      <p:pic>
        <p:nvPicPr>
          <p:cNvPr id="6" name="Picture 5" descr="PowerPoint master slide layouts">
            <a:extLst>
              <a:ext uri="{FF2B5EF4-FFF2-40B4-BE49-F238E27FC236}">
                <a16:creationId xmlns:a16="http://schemas.microsoft.com/office/drawing/2014/main" id="{E46A04B9-FB28-D96D-3C14-F02E45357FE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292809" y="1240914"/>
            <a:ext cx="5442633" cy="4376171"/>
          </a:xfrm>
          <a:prstGeom prst="rect">
            <a:avLst/>
          </a:prstGeom>
          <a:ln>
            <a:solidFill>
              <a:schemeClr val="bg1">
                <a:lumMod val="75000"/>
              </a:schemeClr>
            </a:solidFill>
          </a:ln>
        </p:spPr>
      </p:pic>
    </p:spTree>
    <p:extLst>
      <p:ext uri="{BB962C8B-B14F-4D97-AF65-F5344CB8AC3E}">
        <p14:creationId xmlns:p14="http://schemas.microsoft.com/office/powerpoint/2010/main" val="312835206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Template best practices</a:t>
            </a:r>
          </a:p>
        </p:txBody>
      </p:sp>
      <p:sp>
        <p:nvSpPr>
          <p:cNvPr id="4" name="Content Placeholder 3"/>
          <p:cNvSpPr>
            <a:spLocks noGrp="1"/>
          </p:cNvSpPr>
          <p:nvPr>
            <p:ph sz="half" idx="1"/>
          </p:nvPr>
        </p:nvSpPr>
        <p:spPr/>
        <p:txBody>
          <a:bodyPr/>
          <a:lstStyle/>
          <a:p>
            <a:r>
              <a:rPr lang="en-US" dirty="0"/>
              <a:t>For every slide layout option, there is an </a:t>
            </a:r>
            <a:r>
              <a:rPr lang="en-US" b="1" dirty="0"/>
              <a:t>alternative dark option:</a:t>
            </a:r>
          </a:p>
          <a:p>
            <a:pPr lvl="1"/>
            <a:r>
              <a:rPr lang="en-US" dirty="0"/>
              <a:t>For slides that will be printed, use white slide layouts to conserve toner  </a:t>
            </a:r>
          </a:p>
          <a:p>
            <a:pPr lvl="1"/>
            <a:r>
              <a:rPr lang="en-US" dirty="0"/>
              <a:t>Dark slides are a dramatic alternative for formal presentations that will be projected on screen</a:t>
            </a:r>
          </a:p>
          <a:p>
            <a:r>
              <a:rPr lang="en-US" dirty="0"/>
              <a:t>Bold color is your highlight</a:t>
            </a:r>
            <a:r>
              <a:rPr lang="en-US" b="1" dirty="0"/>
              <a:t> </a:t>
            </a:r>
            <a:r>
              <a:rPr lang="en-US" b="1" dirty="0">
                <a:solidFill>
                  <a:schemeClr val="accent1"/>
                </a:solidFill>
              </a:rPr>
              <a:t>text, </a:t>
            </a:r>
            <a:r>
              <a:rPr lang="en-US" b="1" dirty="0">
                <a:solidFill>
                  <a:schemeClr val="accent2"/>
                </a:solidFill>
              </a:rPr>
              <a:t>text, </a:t>
            </a:r>
            <a:r>
              <a:rPr lang="en-US" b="1" dirty="0">
                <a:solidFill>
                  <a:schemeClr val="accent4">
                    <a:lumMod val="75000"/>
                    <a:lumOff val="25000"/>
                  </a:schemeClr>
                </a:solidFill>
              </a:rPr>
              <a:t>text,</a:t>
            </a:r>
            <a:r>
              <a:rPr lang="en-US" b="1" dirty="0">
                <a:solidFill>
                  <a:schemeClr val="accent3"/>
                </a:solidFill>
              </a:rPr>
              <a:t> </a:t>
            </a:r>
            <a:r>
              <a:rPr lang="en-US" b="1" dirty="0">
                <a:solidFill>
                  <a:schemeClr val="accent4"/>
                </a:solidFill>
              </a:rPr>
              <a:t>text, </a:t>
            </a:r>
            <a:r>
              <a:rPr lang="en-US" b="1" dirty="0">
                <a:solidFill>
                  <a:schemeClr val="accent6">
                    <a:lumMod val="50000"/>
                    <a:lumOff val="50000"/>
                  </a:schemeClr>
                </a:solidFill>
              </a:rPr>
              <a:t>text,</a:t>
            </a:r>
            <a:r>
              <a:rPr lang="en-US" b="1" dirty="0">
                <a:solidFill>
                  <a:schemeClr val="accent5"/>
                </a:solidFill>
              </a:rPr>
              <a:t> </a:t>
            </a:r>
            <a:r>
              <a:rPr lang="en-US" b="1" dirty="0">
                <a:solidFill>
                  <a:schemeClr val="accent6"/>
                </a:solidFill>
              </a:rPr>
              <a:t>text</a:t>
            </a:r>
            <a:endParaRPr lang="en-US" b="1" dirty="0">
              <a:solidFill>
                <a:schemeClr val="tx2"/>
              </a:solidFill>
            </a:endParaRPr>
          </a:p>
          <a:p>
            <a:r>
              <a:rPr lang="en-US" dirty="0"/>
              <a:t>Try not to exceed six bullet points per slide</a:t>
            </a:r>
          </a:p>
        </p:txBody>
      </p:sp>
      <p:sp>
        <p:nvSpPr>
          <p:cNvPr id="5" name="Content Placeholder 4">
            <a:extLst>
              <a:ext uri="{FF2B5EF4-FFF2-40B4-BE49-F238E27FC236}">
                <a16:creationId xmlns:a16="http://schemas.microsoft.com/office/drawing/2014/main" id="{D8979AEB-82A0-5884-2B25-B9D8A6B24187}"/>
              </a:ext>
            </a:extLst>
          </p:cNvPr>
          <p:cNvSpPr>
            <a:spLocks noGrp="1"/>
          </p:cNvSpPr>
          <p:nvPr>
            <p:ph sz="half" idx="14"/>
          </p:nvPr>
        </p:nvSpPr>
        <p:spPr/>
        <p:txBody>
          <a:bodyPr/>
          <a:lstStyle/>
          <a:p>
            <a:r>
              <a:rPr lang="en-US" dirty="0"/>
              <a:t>Tips for transferring content from other templates:</a:t>
            </a:r>
          </a:p>
          <a:p>
            <a:pPr lvl="1"/>
            <a:r>
              <a:rPr lang="en-US" sz="1800" dirty="0">
                <a:solidFill>
                  <a:srgbClr val="000000"/>
                </a:solidFill>
              </a:rPr>
              <a:t>Paste the slide in the desired location and then from "Paste Options" box, choose "Use Destination Theme“</a:t>
            </a:r>
          </a:p>
          <a:p>
            <a:pPr lvl="1"/>
            <a:r>
              <a:rPr lang="en-US" dirty="0"/>
              <a:t>You may still have to copy-paste or cut-paste content into the correct content placeholder on the slide, depending on how the source file was created</a:t>
            </a:r>
          </a:p>
          <a:p>
            <a:pPr lvl="1"/>
            <a:r>
              <a:rPr lang="en-US" dirty="0"/>
              <a:t>Copy-paste the content within the slide instead of copying and pasting entire slides from the side pane</a:t>
            </a:r>
          </a:p>
          <a:p>
            <a:pPr lvl="1"/>
            <a:r>
              <a:rPr lang="en-US" sz="1800" dirty="0">
                <a:solidFill>
                  <a:srgbClr val="000000"/>
                </a:solidFill>
              </a:rPr>
              <a:t>Delete any layout options that appear after "Closing </a:t>
            </a:r>
            <a:r>
              <a:rPr lang="en-US" sz="1800" dirty="0" err="1">
                <a:solidFill>
                  <a:srgbClr val="000000"/>
                </a:solidFill>
              </a:rPr>
              <a:t>Slide_Black</a:t>
            </a:r>
            <a:r>
              <a:rPr lang="en-US" sz="1800" dirty="0">
                <a:solidFill>
                  <a:srgbClr val="000000"/>
                </a:solidFill>
              </a:rPr>
              <a:t>"; these are legacy artifacts from older templates and should not be used </a:t>
            </a:r>
            <a:endParaRPr lang="en-US" dirty="0"/>
          </a:p>
          <a:p>
            <a:endParaRPr lang="en-US" dirty="0"/>
          </a:p>
        </p:txBody>
      </p:sp>
      <p:sp>
        <p:nvSpPr>
          <p:cNvPr id="2" name="Slide Number Placeholder 1">
            <a:extLst>
              <a:ext uri="{FF2B5EF4-FFF2-40B4-BE49-F238E27FC236}">
                <a16:creationId xmlns:a16="http://schemas.microsoft.com/office/drawing/2014/main" id="{09AB50A4-66B8-D564-AC68-1D918CF6993C}"/>
              </a:ext>
            </a:extLst>
          </p:cNvPr>
          <p:cNvSpPr>
            <a:spLocks noGrp="1"/>
          </p:cNvSpPr>
          <p:nvPr>
            <p:ph type="sldNum" sz="quarter" idx="15"/>
          </p:nvPr>
        </p:nvSpPr>
        <p:spPr/>
        <p:txBody>
          <a:bodyPr/>
          <a:lstStyle/>
          <a:p>
            <a:fld id="{6D22F896-40B5-4ADD-8801-0D06FADFA095}" type="slidenum">
              <a:rPr lang="en-US" smtClean="0"/>
              <a:pPr/>
              <a:t>20</a:t>
            </a:fld>
            <a:endParaRPr lang="en-US"/>
          </a:p>
        </p:txBody>
      </p:sp>
    </p:spTree>
    <p:extLst>
      <p:ext uri="{BB962C8B-B14F-4D97-AF65-F5344CB8AC3E}">
        <p14:creationId xmlns:p14="http://schemas.microsoft.com/office/powerpoint/2010/main" val="300888346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84651-C4F1-5522-1165-571FC82A3110}"/>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D8CD9047-2465-34A0-D55C-2B0CDE431A6A}"/>
              </a:ext>
            </a:extLst>
          </p:cNvPr>
          <p:cNvSpPr/>
          <p:nvPr/>
        </p:nvSpPr>
        <p:spPr>
          <a:xfrm>
            <a:off x="760409" y="2064247"/>
            <a:ext cx="10983248" cy="972102"/>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82880" rIns="5394960" bIns="182880" rtlCol="0" anchor="ctr" anchorCtr="0"/>
          <a:lstStyle/>
          <a:p>
            <a:pPr marL="0" indent="0">
              <a:buNone/>
            </a:pPr>
            <a:endParaRPr lang="en-US" b="0" i="0" dirty="0">
              <a:effectLst/>
            </a:endParaRPr>
          </a:p>
        </p:txBody>
      </p:sp>
      <p:sp>
        <p:nvSpPr>
          <p:cNvPr id="17" name="Rectangle 16">
            <a:extLst>
              <a:ext uri="{FF2B5EF4-FFF2-40B4-BE49-F238E27FC236}">
                <a16:creationId xmlns:a16="http://schemas.microsoft.com/office/drawing/2014/main" id="{D242A324-D2F4-609F-7F7E-86E6E9E34E23}"/>
              </a:ext>
            </a:extLst>
          </p:cNvPr>
          <p:cNvSpPr/>
          <p:nvPr/>
        </p:nvSpPr>
        <p:spPr>
          <a:xfrm>
            <a:off x="760409" y="1242018"/>
            <a:ext cx="10983248" cy="758824"/>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82880" rIns="5394960" bIns="182880" rtlCol="0" anchor="ctr" anchorCtr="0"/>
          <a:lstStyle/>
          <a:p>
            <a:pPr marL="0" indent="0">
              <a:buNone/>
            </a:pPr>
            <a:endParaRPr lang="en-US" b="0" i="0" dirty="0">
              <a:effectLst/>
            </a:endParaRPr>
          </a:p>
        </p:txBody>
      </p:sp>
      <p:sp>
        <p:nvSpPr>
          <p:cNvPr id="22" name="Rectangle 21">
            <a:extLst>
              <a:ext uri="{FF2B5EF4-FFF2-40B4-BE49-F238E27FC236}">
                <a16:creationId xmlns:a16="http://schemas.microsoft.com/office/drawing/2014/main" id="{EBAF6C01-A58A-4AF2-0AB7-5435FB92C757}"/>
              </a:ext>
            </a:extLst>
          </p:cNvPr>
          <p:cNvSpPr/>
          <p:nvPr/>
        </p:nvSpPr>
        <p:spPr>
          <a:xfrm>
            <a:off x="760409" y="3099754"/>
            <a:ext cx="10983248" cy="758824"/>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82880" rIns="5394960" bIns="182880" rtlCol="0" anchor="ctr" anchorCtr="0"/>
          <a:lstStyle/>
          <a:p>
            <a:pPr marL="0" indent="0">
              <a:buNone/>
            </a:pPr>
            <a:endParaRPr lang="en-US" b="0" i="0" dirty="0">
              <a:effectLst/>
            </a:endParaRPr>
          </a:p>
        </p:txBody>
      </p:sp>
      <p:sp>
        <p:nvSpPr>
          <p:cNvPr id="23" name="Rectangle 22">
            <a:extLst>
              <a:ext uri="{FF2B5EF4-FFF2-40B4-BE49-F238E27FC236}">
                <a16:creationId xmlns:a16="http://schemas.microsoft.com/office/drawing/2014/main" id="{2E04E83D-12C7-2C8E-BA95-E608A8E3245A}"/>
              </a:ext>
            </a:extLst>
          </p:cNvPr>
          <p:cNvSpPr/>
          <p:nvPr/>
        </p:nvSpPr>
        <p:spPr>
          <a:xfrm>
            <a:off x="760409" y="3921983"/>
            <a:ext cx="10983248" cy="758824"/>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82880" rIns="5394960" bIns="182880" rtlCol="0" anchor="ctr" anchorCtr="0"/>
          <a:lstStyle/>
          <a:p>
            <a:pPr marL="0" indent="0">
              <a:buNone/>
            </a:pPr>
            <a:endParaRPr lang="en-US" b="0" i="0" dirty="0">
              <a:effectLst/>
            </a:endParaRPr>
          </a:p>
        </p:txBody>
      </p:sp>
      <p:sp>
        <p:nvSpPr>
          <p:cNvPr id="24" name="Rectangle 23">
            <a:extLst>
              <a:ext uri="{FF2B5EF4-FFF2-40B4-BE49-F238E27FC236}">
                <a16:creationId xmlns:a16="http://schemas.microsoft.com/office/drawing/2014/main" id="{2F97F4FC-B117-8C70-B463-16D2BCE43D26}"/>
              </a:ext>
            </a:extLst>
          </p:cNvPr>
          <p:cNvSpPr/>
          <p:nvPr/>
        </p:nvSpPr>
        <p:spPr>
          <a:xfrm>
            <a:off x="760409" y="4744212"/>
            <a:ext cx="10983248" cy="758824"/>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82880" rIns="5394960" bIns="182880" rtlCol="0" anchor="ctr" anchorCtr="0"/>
          <a:lstStyle/>
          <a:p>
            <a:pPr marL="0" indent="0">
              <a:buNone/>
            </a:pPr>
            <a:endParaRPr lang="en-US" b="0" i="0" dirty="0">
              <a:effectLst/>
            </a:endParaRPr>
          </a:p>
        </p:txBody>
      </p:sp>
      <p:sp>
        <p:nvSpPr>
          <p:cNvPr id="25" name="Rectangle 24">
            <a:extLst>
              <a:ext uri="{FF2B5EF4-FFF2-40B4-BE49-F238E27FC236}">
                <a16:creationId xmlns:a16="http://schemas.microsoft.com/office/drawing/2014/main" id="{CA7C2332-B1BC-C184-5E3D-D9B6D6C9BAE6}"/>
              </a:ext>
            </a:extLst>
          </p:cNvPr>
          <p:cNvSpPr/>
          <p:nvPr/>
        </p:nvSpPr>
        <p:spPr>
          <a:xfrm>
            <a:off x="760409" y="5566440"/>
            <a:ext cx="10983248" cy="758824"/>
          </a:xfrm>
          <a:prstGeom prst="rect">
            <a:avLst/>
          </a:pr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82880" rIns="5394960" bIns="182880" rtlCol="0" anchor="ctr" anchorCtr="0"/>
          <a:lstStyle/>
          <a:p>
            <a:pPr marL="0" indent="0">
              <a:buNone/>
            </a:pPr>
            <a:endParaRPr lang="en-US" b="0" i="0" dirty="0">
              <a:effectLst/>
            </a:endParaRPr>
          </a:p>
        </p:txBody>
      </p:sp>
      <p:sp>
        <p:nvSpPr>
          <p:cNvPr id="2" name="Title 1">
            <a:extLst>
              <a:ext uri="{FF2B5EF4-FFF2-40B4-BE49-F238E27FC236}">
                <a16:creationId xmlns:a16="http://schemas.microsoft.com/office/drawing/2014/main" id="{B22F9F1B-F238-89F3-F965-7EDB4FB88DFA}"/>
              </a:ext>
            </a:extLst>
          </p:cNvPr>
          <p:cNvSpPr>
            <a:spLocks noGrp="1"/>
          </p:cNvSpPr>
          <p:nvPr>
            <p:ph type="title"/>
          </p:nvPr>
        </p:nvSpPr>
        <p:spPr/>
        <p:txBody>
          <a:bodyPr/>
          <a:lstStyle/>
          <a:p>
            <a:r>
              <a:rPr lang="en-US" dirty="0"/>
              <a:t>Installing theme files</a:t>
            </a:r>
          </a:p>
        </p:txBody>
      </p:sp>
      <p:sp>
        <p:nvSpPr>
          <p:cNvPr id="5" name="Slide Number Placeholder 4">
            <a:extLst>
              <a:ext uri="{FF2B5EF4-FFF2-40B4-BE49-F238E27FC236}">
                <a16:creationId xmlns:a16="http://schemas.microsoft.com/office/drawing/2014/main" id="{98B28BCB-2375-2300-90EA-1640EE0F98C6}"/>
              </a:ext>
            </a:extLst>
          </p:cNvPr>
          <p:cNvSpPr>
            <a:spLocks noGrp="1"/>
          </p:cNvSpPr>
          <p:nvPr>
            <p:ph type="sldNum" sz="quarter" idx="10"/>
          </p:nvPr>
        </p:nvSpPr>
        <p:spPr/>
        <p:txBody>
          <a:bodyPr/>
          <a:lstStyle/>
          <a:p>
            <a:fld id="{6D22F896-40B5-4ADD-8801-0D06FADFA095}" type="slidenum">
              <a:rPr lang="en-US" smtClean="0"/>
              <a:pPr/>
              <a:t>21</a:t>
            </a:fld>
            <a:endParaRPr lang="en-US"/>
          </a:p>
        </p:txBody>
      </p:sp>
      <p:sp>
        <p:nvSpPr>
          <p:cNvPr id="4" name="Oval 3">
            <a:extLst>
              <a:ext uri="{FF2B5EF4-FFF2-40B4-BE49-F238E27FC236}">
                <a16:creationId xmlns:a16="http://schemas.microsoft.com/office/drawing/2014/main" id="{3ECF1C22-E954-5630-F949-19BE47D4E184}"/>
              </a:ext>
            </a:extLst>
          </p:cNvPr>
          <p:cNvSpPr/>
          <p:nvPr/>
        </p:nvSpPr>
        <p:spPr>
          <a:xfrm>
            <a:off x="507051" y="1374400"/>
            <a:ext cx="494060" cy="494060"/>
          </a:xfrm>
          <a:prstGeom prst="ellipse">
            <a:avLst/>
          </a:prstGeom>
          <a:solidFill>
            <a:srgbClr val="1E01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r>
              <a:rPr lang="en-US" b="1" dirty="0">
                <a:solidFill>
                  <a:schemeClr val="bg1"/>
                </a:solidFill>
                <a:latin typeface="Arial" panose="020B0604020202020204" pitchFamily="34" charset="0"/>
                <a:cs typeface="Arial" panose="020B0604020202020204" pitchFamily="34" charset="0"/>
              </a:rPr>
              <a:t>1</a:t>
            </a:r>
          </a:p>
        </p:txBody>
      </p:sp>
      <p:sp>
        <p:nvSpPr>
          <p:cNvPr id="11" name="TextBox 10">
            <a:extLst>
              <a:ext uri="{FF2B5EF4-FFF2-40B4-BE49-F238E27FC236}">
                <a16:creationId xmlns:a16="http://schemas.microsoft.com/office/drawing/2014/main" id="{F9C8EB3D-6B17-8C80-C882-11B90E019142}"/>
              </a:ext>
            </a:extLst>
          </p:cNvPr>
          <p:cNvSpPr txBox="1"/>
          <p:nvPr/>
        </p:nvSpPr>
        <p:spPr>
          <a:xfrm>
            <a:off x="1010728" y="1452153"/>
            <a:ext cx="3913440" cy="338554"/>
          </a:xfrm>
          <a:prstGeom prst="rect">
            <a:avLst/>
          </a:prstGeom>
          <a:noFill/>
        </p:spPr>
        <p:txBody>
          <a:bodyPr wrap="square">
            <a:spAutoFit/>
          </a:bodyPr>
          <a:lstStyle/>
          <a:p>
            <a:r>
              <a:rPr lang="en-US" sz="1600" dirty="0"/>
              <a:t>Go to the Brand World </a:t>
            </a:r>
            <a:r>
              <a:rPr lang="en-US" sz="1600" dirty="0">
                <a:hlinkClick r:id="rId2"/>
              </a:rPr>
              <a:t>Templates</a:t>
            </a:r>
            <a:r>
              <a:rPr lang="en-US" sz="1600" dirty="0"/>
              <a:t> page</a:t>
            </a:r>
          </a:p>
        </p:txBody>
      </p:sp>
      <p:sp>
        <p:nvSpPr>
          <p:cNvPr id="6" name="Oval 5">
            <a:extLst>
              <a:ext uri="{FF2B5EF4-FFF2-40B4-BE49-F238E27FC236}">
                <a16:creationId xmlns:a16="http://schemas.microsoft.com/office/drawing/2014/main" id="{D599EF11-65C8-3696-C061-73E19A56346B}"/>
              </a:ext>
            </a:extLst>
          </p:cNvPr>
          <p:cNvSpPr/>
          <p:nvPr/>
        </p:nvSpPr>
        <p:spPr>
          <a:xfrm>
            <a:off x="507051" y="2303268"/>
            <a:ext cx="494060" cy="494060"/>
          </a:xfrm>
          <a:prstGeom prst="ellipse">
            <a:avLst/>
          </a:prstGeom>
          <a:solidFill>
            <a:srgbClr val="1E01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r>
              <a:rPr lang="en-US" b="1" dirty="0">
                <a:solidFill>
                  <a:schemeClr val="bg1"/>
                </a:solidFill>
                <a:latin typeface="Arial" panose="020B0604020202020204" pitchFamily="34" charset="0"/>
                <a:cs typeface="Arial" panose="020B0604020202020204" pitchFamily="34" charset="0"/>
              </a:rPr>
              <a:t>2</a:t>
            </a:r>
          </a:p>
        </p:txBody>
      </p:sp>
      <p:sp>
        <p:nvSpPr>
          <p:cNvPr id="12" name="TextBox 11">
            <a:extLst>
              <a:ext uri="{FF2B5EF4-FFF2-40B4-BE49-F238E27FC236}">
                <a16:creationId xmlns:a16="http://schemas.microsoft.com/office/drawing/2014/main" id="{5187C7D1-161B-3B57-C0D3-10A3C575A9FA}"/>
              </a:ext>
            </a:extLst>
          </p:cNvPr>
          <p:cNvSpPr txBox="1"/>
          <p:nvPr/>
        </p:nvSpPr>
        <p:spPr>
          <a:xfrm>
            <a:off x="1010727" y="2257911"/>
            <a:ext cx="10732930" cy="584775"/>
          </a:xfrm>
          <a:prstGeom prst="rect">
            <a:avLst/>
          </a:prstGeom>
          <a:noFill/>
        </p:spPr>
        <p:txBody>
          <a:bodyPr wrap="square">
            <a:spAutoFit/>
          </a:bodyPr>
          <a:lstStyle/>
          <a:p>
            <a:r>
              <a:rPr lang="en-US" sz="1600" dirty="0"/>
              <a:t>Download the Lenovo theme file (.</a:t>
            </a:r>
            <a:r>
              <a:rPr lang="en-US" sz="1600" dirty="0" err="1"/>
              <a:t>thmx</a:t>
            </a:r>
            <a:r>
              <a:rPr lang="en-US" sz="1600" dirty="0"/>
              <a:t>) and the Lenovo starter template/slide library (.</a:t>
            </a:r>
            <a:r>
              <a:rPr lang="en-US" sz="1600" dirty="0" err="1"/>
              <a:t>potx</a:t>
            </a:r>
            <a:r>
              <a:rPr lang="en-US" sz="1600" dirty="0"/>
              <a:t>) using the instructions near the top of the page</a:t>
            </a:r>
          </a:p>
        </p:txBody>
      </p:sp>
      <p:sp>
        <p:nvSpPr>
          <p:cNvPr id="7" name="Oval 6">
            <a:extLst>
              <a:ext uri="{FF2B5EF4-FFF2-40B4-BE49-F238E27FC236}">
                <a16:creationId xmlns:a16="http://schemas.microsoft.com/office/drawing/2014/main" id="{EA3FBAE0-31F2-42A4-7DB5-6CF153CFB234}"/>
              </a:ext>
            </a:extLst>
          </p:cNvPr>
          <p:cNvSpPr/>
          <p:nvPr/>
        </p:nvSpPr>
        <p:spPr>
          <a:xfrm>
            <a:off x="507051" y="3232136"/>
            <a:ext cx="494060" cy="494060"/>
          </a:xfrm>
          <a:prstGeom prst="ellipse">
            <a:avLst/>
          </a:prstGeom>
          <a:solidFill>
            <a:srgbClr val="1E01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r>
              <a:rPr lang="en-US" b="1" dirty="0">
                <a:solidFill>
                  <a:schemeClr val="bg1"/>
                </a:solidFill>
                <a:latin typeface="Arial" panose="020B0604020202020204" pitchFamily="34" charset="0"/>
                <a:cs typeface="Arial" panose="020B0604020202020204" pitchFamily="34" charset="0"/>
              </a:rPr>
              <a:t>3</a:t>
            </a:r>
          </a:p>
        </p:txBody>
      </p:sp>
      <p:sp>
        <p:nvSpPr>
          <p:cNvPr id="13" name="TextBox 12">
            <a:extLst>
              <a:ext uri="{FF2B5EF4-FFF2-40B4-BE49-F238E27FC236}">
                <a16:creationId xmlns:a16="http://schemas.microsoft.com/office/drawing/2014/main" id="{0C807B08-5C87-751A-E1F4-50D1268BDF75}"/>
              </a:ext>
            </a:extLst>
          </p:cNvPr>
          <p:cNvSpPr txBox="1"/>
          <p:nvPr/>
        </p:nvSpPr>
        <p:spPr>
          <a:xfrm>
            <a:off x="1010728" y="3309889"/>
            <a:ext cx="6224692" cy="338554"/>
          </a:xfrm>
          <a:prstGeom prst="rect">
            <a:avLst/>
          </a:prstGeom>
          <a:noFill/>
        </p:spPr>
        <p:txBody>
          <a:bodyPr wrap="square">
            <a:spAutoFit/>
          </a:bodyPr>
          <a:lstStyle/>
          <a:p>
            <a:r>
              <a:rPr lang="en-US" sz="1600" dirty="0"/>
              <a:t>Open “File Explorer” and click “View” &gt; “Show” &gt; “Hidden items”</a:t>
            </a:r>
          </a:p>
        </p:txBody>
      </p:sp>
      <p:sp>
        <p:nvSpPr>
          <p:cNvPr id="8" name="Oval 7">
            <a:extLst>
              <a:ext uri="{FF2B5EF4-FFF2-40B4-BE49-F238E27FC236}">
                <a16:creationId xmlns:a16="http://schemas.microsoft.com/office/drawing/2014/main" id="{F4C6E236-89EE-9C74-E41C-8DB00CB102F0}"/>
              </a:ext>
            </a:extLst>
          </p:cNvPr>
          <p:cNvSpPr/>
          <p:nvPr/>
        </p:nvSpPr>
        <p:spPr>
          <a:xfrm>
            <a:off x="507051" y="4054365"/>
            <a:ext cx="494060" cy="494060"/>
          </a:xfrm>
          <a:prstGeom prst="ellipse">
            <a:avLst/>
          </a:prstGeom>
          <a:solidFill>
            <a:srgbClr val="1E01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r>
              <a:rPr lang="en-US" b="1" dirty="0">
                <a:solidFill>
                  <a:schemeClr val="bg1"/>
                </a:solidFill>
                <a:latin typeface="Arial" panose="020B0604020202020204" pitchFamily="34" charset="0"/>
                <a:cs typeface="Arial" panose="020B0604020202020204" pitchFamily="34" charset="0"/>
              </a:rPr>
              <a:t>4</a:t>
            </a:r>
          </a:p>
        </p:txBody>
      </p:sp>
      <p:sp>
        <p:nvSpPr>
          <p:cNvPr id="9" name="Oval 8">
            <a:extLst>
              <a:ext uri="{FF2B5EF4-FFF2-40B4-BE49-F238E27FC236}">
                <a16:creationId xmlns:a16="http://schemas.microsoft.com/office/drawing/2014/main" id="{D78E8673-2478-B83A-15FF-C7AB34F63F77}"/>
              </a:ext>
            </a:extLst>
          </p:cNvPr>
          <p:cNvSpPr/>
          <p:nvPr/>
        </p:nvSpPr>
        <p:spPr>
          <a:xfrm>
            <a:off x="507051" y="4876594"/>
            <a:ext cx="494060" cy="494060"/>
          </a:xfrm>
          <a:prstGeom prst="ellipse">
            <a:avLst/>
          </a:prstGeom>
          <a:solidFill>
            <a:srgbClr val="1E01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r>
              <a:rPr lang="en-US" b="1" dirty="0">
                <a:solidFill>
                  <a:schemeClr val="bg1"/>
                </a:solidFill>
                <a:latin typeface="Arial" panose="020B0604020202020204" pitchFamily="34" charset="0"/>
                <a:cs typeface="Arial" panose="020B0604020202020204" pitchFamily="34" charset="0"/>
              </a:rPr>
              <a:t>5</a:t>
            </a:r>
          </a:p>
        </p:txBody>
      </p:sp>
      <p:sp>
        <p:nvSpPr>
          <p:cNvPr id="15" name="TextBox 14">
            <a:extLst>
              <a:ext uri="{FF2B5EF4-FFF2-40B4-BE49-F238E27FC236}">
                <a16:creationId xmlns:a16="http://schemas.microsoft.com/office/drawing/2014/main" id="{48168A2C-E974-BC02-574D-81665602F325}"/>
              </a:ext>
            </a:extLst>
          </p:cNvPr>
          <p:cNvSpPr txBox="1"/>
          <p:nvPr/>
        </p:nvSpPr>
        <p:spPr>
          <a:xfrm>
            <a:off x="1010728" y="4132118"/>
            <a:ext cx="7805818" cy="338554"/>
          </a:xfrm>
          <a:prstGeom prst="rect">
            <a:avLst/>
          </a:prstGeom>
          <a:noFill/>
        </p:spPr>
        <p:txBody>
          <a:bodyPr wrap="square">
            <a:spAutoFit/>
          </a:bodyPr>
          <a:lstStyle/>
          <a:p>
            <a:r>
              <a:rPr lang="en-US" sz="1600" dirty="0"/>
              <a:t>Navigate to: “C:\Users\&lt;</a:t>
            </a:r>
            <a:r>
              <a:rPr lang="en-US" sz="1600" dirty="0" err="1"/>
              <a:t>YourUsername</a:t>
            </a:r>
            <a:r>
              <a:rPr lang="en-US" sz="1600" dirty="0"/>
              <a:t>&gt;\</a:t>
            </a:r>
            <a:r>
              <a:rPr lang="en-US" sz="1600" dirty="0" err="1"/>
              <a:t>AppData</a:t>
            </a:r>
            <a:r>
              <a:rPr lang="en-US" sz="1600" dirty="0"/>
              <a:t>\Roaming\Microsoft\Templates”</a:t>
            </a:r>
          </a:p>
        </p:txBody>
      </p:sp>
      <p:sp>
        <p:nvSpPr>
          <p:cNvPr id="26" name="Oval 25">
            <a:extLst>
              <a:ext uri="{FF2B5EF4-FFF2-40B4-BE49-F238E27FC236}">
                <a16:creationId xmlns:a16="http://schemas.microsoft.com/office/drawing/2014/main" id="{71FAB29D-753A-9852-8E5F-BCEEEE67A62A}"/>
              </a:ext>
            </a:extLst>
          </p:cNvPr>
          <p:cNvSpPr/>
          <p:nvPr/>
        </p:nvSpPr>
        <p:spPr>
          <a:xfrm>
            <a:off x="507051" y="5686765"/>
            <a:ext cx="494060" cy="494060"/>
          </a:xfrm>
          <a:prstGeom prst="ellipse">
            <a:avLst/>
          </a:prstGeom>
          <a:solidFill>
            <a:srgbClr val="1E011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nchorCtr="0"/>
          <a:lstStyle/>
          <a:p>
            <a:pPr algn="ctr"/>
            <a:r>
              <a:rPr lang="en-US" b="1" dirty="0">
                <a:solidFill>
                  <a:schemeClr val="bg1"/>
                </a:solidFill>
                <a:latin typeface="Arial" panose="020B0604020202020204" pitchFamily="34" charset="0"/>
                <a:cs typeface="Arial" panose="020B0604020202020204" pitchFamily="34" charset="0"/>
              </a:rPr>
              <a:t>6</a:t>
            </a:r>
          </a:p>
        </p:txBody>
      </p:sp>
      <p:sp>
        <p:nvSpPr>
          <p:cNvPr id="27" name="TextBox 26">
            <a:extLst>
              <a:ext uri="{FF2B5EF4-FFF2-40B4-BE49-F238E27FC236}">
                <a16:creationId xmlns:a16="http://schemas.microsoft.com/office/drawing/2014/main" id="{40D98EB1-9A3F-C97B-4C1A-42AA61FAA927}"/>
              </a:ext>
            </a:extLst>
          </p:cNvPr>
          <p:cNvSpPr txBox="1"/>
          <p:nvPr/>
        </p:nvSpPr>
        <p:spPr>
          <a:xfrm>
            <a:off x="1010728" y="4954347"/>
            <a:ext cx="8806715" cy="338554"/>
          </a:xfrm>
          <a:prstGeom prst="rect">
            <a:avLst/>
          </a:prstGeom>
          <a:noFill/>
        </p:spPr>
        <p:txBody>
          <a:bodyPr wrap="square">
            <a:spAutoFit/>
          </a:bodyPr>
          <a:lstStyle/>
          <a:p>
            <a:r>
              <a:rPr lang="en-US" sz="1600" dirty="0"/>
              <a:t>Copy your .</a:t>
            </a:r>
            <a:r>
              <a:rPr lang="en-US" sz="1600" dirty="0" err="1"/>
              <a:t>potx</a:t>
            </a:r>
            <a:r>
              <a:rPr lang="en-US" sz="1600" dirty="0"/>
              <a:t> file (Lenovo Starter Template or Lenovo Slide Library) into the Templates folder</a:t>
            </a:r>
          </a:p>
        </p:txBody>
      </p:sp>
      <p:sp>
        <p:nvSpPr>
          <p:cNvPr id="16" name="TextBox 15">
            <a:extLst>
              <a:ext uri="{FF2B5EF4-FFF2-40B4-BE49-F238E27FC236}">
                <a16:creationId xmlns:a16="http://schemas.microsoft.com/office/drawing/2014/main" id="{44C77838-F197-66E0-DE7D-893F60BDEA4A}"/>
              </a:ext>
            </a:extLst>
          </p:cNvPr>
          <p:cNvSpPr txBox="1"/>
          <p:nvPr/>
        </p:nvSpPr>
        <p:spPr>
          <a:xfrm>
            <a:off x="1010727" y="5764518"/>
            <a:ext cx="10671047" cy="338554"/>
          </a:xfrm>
          <a:prstGeom prst="rect">
            <a:avLst/>
          </a:prstGeom>
          <a:noFill/>
        </p:spPr>
        <p:txBody>
          <a:bodyPr wrap="square">
            <a:spAutoFit/>
          </a:bodyPr>
          <a:lstStyle/>
          <a:p>
            <a:r>
              <a:rPr lang="en-US" sz="1600" dirty="0"/>
              <a:t>Open the “Document Themes” subfolder inside Templates, then copy your .</a:t>
            </a:r>
            <a:r>
              <a:rPr lang="en-US" sz="1600" dirty="0" err="1"/>
              <a:t>thmx</a:t>
            </a:r>
            <a:r>
              <a:rPr lang="en-US" sz="1600" dirty="0"/>
              <a:t> file (Lenovo Theme) into this folder.</a:t>
            </a:r>
          </a:p>
        </p:txBody>
      </p:sp>
    </p:spTree>
    <p:extLst>
      <p:ext uri="{BB962C8B-B14F-4D97-AF65-F5344CB8AC3E}">
        <p14:creationId xmlns:p14="http://schemas.microsoft.com/office/powerpoint/2010/main" val="412519501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8">
            <a:extLst>
              <a:ext uri="{FF2B5EF4-FFF2-40B4-BE49-F238E27FC236}">
                <a16:creationId xmlns:a16="http://schemas.microsoft.com/office/drawing/2014/main" id="{F662D5BC-BA04-03CD-F9DD-AC3ADE271A76}"/>
              </a:ext>
            </a:extLst>
          </p:cNvPr>
          <p:cNvSpPr txBox="1">
            <a:spLocks/>
          </p:cNvSpPr>
          <p:nvPr/>
        </p:nvSpPr>
        <p:spPr bwMode="gray">
          <a:xfrm>
            <a:off x="760413" y="2294025"/>
            <a:ext cx="7214915" cy="3405626"/>
          </a:xfrm>
          <a:prstGeom prst="rect">
            <a:avLst/>
          </a:prstGeom>
        </p:spPr>
        <p:txBody>
          <a:bodyPr lIns="0" tIns="0" rIns="0" bIns="0"/>
          <a:lstStyle>
            <a:lvl1pPr marL="171450" indent="-171450" algn="l" defTabSz="1218987" rtl="0" eaLnBrk="1" latinLnBrk="0" hangingPunct="1">
              <a:lnSpc>
                <a:spcPct val="90000"/>
              </a:lnSpc>
              <a:spcBef>
                <a:spcPts val="1000"/>
              </a:spcBef>
              <a:buClrTx/>
              <a:buFont typeface="Arial" panose="020B0604020202020204" pitchFamily="34" charset="0"/>
              <a:buChar char="•"/>
              <a:defRPr sz="2000" kern="1200">
                <a:solidFill>
                  <a:schemeClr val="tx1"/>
                </a:solidFill>
                <a:latin typeface="Arial" pitchFamily="34" charset="0"/>
                <a:ea typeface="+mn-ea"/>
                <a:cs typeface="Arial" pitchFamily="34" charset="0"/>
              </a:defRPr>
            </a:lvl1pPr>
            <a:lvl2pPr marL="609493" indent="-228560" algn="l" defTabSz="1218987" rtl="0" eaLnBrk="1" latinLnBrk="0" hangingPunct="1">
              <a:lnSpc>
                <a:spcPct val="90000"/>
              </a:lnSpc>
              <a:spcBef>
                <a:spcPts val="500"/>
              </a:spcBef>
              <a:buClrTx/>
              <a:buFont typeface="Arial" pitchFamily="34" charset="0"/>
              <a:buChar char="–"/>
              <a:defRPr sz="1800" kern="1200">
                <a:solidFill>
                  <a:schemeClr val="tx1"/>
                </a:solidFill>
                <a:latin typeface="Arial" pitchFamily="34" charset="0"/>
                <a:ea typeface="+mn-ea"/>
                <a:cs typeface="Arial" pitchFamily="34" charset="0"/>
              </a:defRPr>
            </a:lvl2pPr>
            <a:lvl3pPr marL="835938" indent="-150258"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147033" indent="-156606"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4pPr>
            <a:lvl5pPr marL="1445431" indent="-150258"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895243" lvl="1" indent="-457200">
              <a:lnSpc>
                <a:spcPts val="1800"/>
              </a:lnSpc>
              <a:spcBef>
                <a:spcPts val="1200"/>
              </a:spcBef>
            </a:pPr>
            <a:r>
              <a:rPr lang="en-US" sz="1800" b="1" dirty="0"/>
              <a:t>Lenovo Internal: </a:t>
            </a:r>
            <a:r>
              <a:rPr lang="en-US" sz="1800" dirty="0"/>
              <a:t>Information generally intended for use within Lenovo without restrictions. Much of Lenovo's internal information can use this template.</a:t>
            </a:r>
          </a:p>
          <a:p>
            <a:pPr marL="723793" lvl="1" indent="-285750">
              <a:lnSpc>
                <a:spcPts val="1800"/>
              </a:lnSpc>
              <a:spcBef>
                <a:spcPts val="1200"/>
              </a:spcBef>
            </a:pPr>
            <a:endParaRPr lang="en-US" sz="1800" dirty="0"/>
          </a:p>
          <a:p>
            <a:pPr marL="895243" lvl="1" indent="-457200">
              <a:lnSpc>
                <a:spcPts val="1800"/>
              </a:lnSpc>
              <a:spcBef>
                <a:spcPts val="1200"/>
              </a:spcBef>
            </a:pPr>
            <a:r>
              <a:rPr lang="en-US" b="1" dirty="0"/>
              <a:t>Lenovo Unclassified (no protection required): </a:t>
            </a:r>
            <a:r>
              <a:rPr lang="en-US" dirty="0"/>
              <a:t>Does not include any Lenovo Internal, Lenovo Confidential or Lenovo Restricted content. Information is in the public domain or is approved for disclosure outside of Lenovo.</a:t>
            </a:r>
          </a:p>
          <a:p>
            <a:pPr marL="895243" lvl="1" indent="-457200">
              <a:lnSpc>
                <a:spcPts val="1800"/>
              </a:lnSpc>
              <a:spcBef>
                <a:spcPts val="1200"/>
              </a:spcBef>
            </a:pPr>
            <a:endParaRPr lang="en-US" dirty="0">
              <a:solidFill>
                <a:schemeClr val="accent2"/>
              </a:solidFill>
            </a:endParaRPr>
          </a:p>
          <a:p>
            <a:pPr marL="895243" lvl="1" indent="-457200">
              <a:lnSpc>
                <a:spcPts val="1800"/>
              </a:lnSpc>
              <a:spcBef>
                <a:spcPts val="1200"/>
              </a:spcBef>
            </a:pPr>
            <a:r>
              <a:rPr lang="en-US" sz="1800" b="1" dirty="0"/>
              <a:t>Lenovo Confidential (additional protection required): </a:t>
            </a:r>
            <a:r>
              <a:rPr lang="en-US" sz="1800" dirty="0"/>
              <a:t>Confidential within Lenovo, with distribution limited to individuals with a specific business need to know.</a:t>
            </a:r>
            <a:endParaRPr lang="en-US" dirty="0">
              <a:solidFill>
                <a:schemeClr val="accent2"/>
              </a:solidFill>
            </a:endParaRPr>
          </a:p>
        </p:txBody>
      </p:sp>
      <p:sp>
        <p:nvSpPr>
          <p:cNvPr id="15" name="Rectangle 14">
            <a:extLst>
              <a:ext uri="{C183D7F6-B498-43B3-948B-1728B52AA6E4}">
                <adec:decorative xmlns:adec="http://schemas.microsoft.com/office/drawing/2017/decorative" val="1"/>
              </a:ext>
            </a:extLst>
          </p:cNvPr>
          <p:cNvSpPr/>
          <p:nvPr/>
        </p:nvSpPr>
        <p:spPr>
          <a:xfrm>
            <a:off x="1661450" y="4493625"/>
            <a:ext cx="2790320" cy="235670"/>
          </a:xfrm>
          <a:prstGeom prst="rect">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ysClr val="windowText" lastClr="000000"/>
                </a:solidFill>
                <a:latin typeface="Arial" pitchFamily="34" charset="0"/>
                <a:cs typeface="Arial" pitchFamily="34" charset="0"/>
              </a:rPr>
              <a:t>2026 Lenovo</a:t>
            </a:r>
          </a:p>
        </p:txBody>
      </p:sp>
      <p:sp>
        <p:nvSpPr>
          <p:cNvPr id="7" name="Rectangle 6">
            <a:extLst>
              <a:ext uri="{FF2B5EF4-FFF2-40B4-BE49-F238E27FC236}">
                <a16:creationId xmlns:a16="http://schemas.microsoft.com/office/drawing/2014/main" id="{4C6CAFA8-7439-2122-67D4-9ABF589E6D31}"/>
              </a:ext>
              <a:ext uri="{C183D7F6-B498-43B3-948B-1728B52AA6E4}">
                <adec:decorative xmlns:adec="http://schemas.microsoft.com/office/drawing/2017/decorative" val="1"/>
              </a:ext>
            </a:extLst>
          </p:cNvPr>
          <p:cNvSpPr/>
          <p:nvPr/>
        </p:nvSpPr>
        <p:spPr>
          <a:xfrm>
            <a:off x="1661450" y="5699650"/>
            <a:ext cx="2790320" cy="235670"/>
          </a:xfrm>
          <a:prstGeom prst="rect">
            <a:avLst/>
          </a:prstGeom>
          <a:solidFill>
            <a:schemeClr val="bg1"/>
          </a:solid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latin typeface="Arial" pitchFamily="34" charset="0"/>
                <a:cs typeface="Arial" pitchFamily="34" charset="0"/>
              </a:rPr>
              <a:t>2026 Lenovo Confidential. All rights reserved.</a:t>
            </a:r>
          </a:p>
        </p:txBody>
      </p:sp>
      <p:sp>
        <p:nvSpPr>
          <p:cNvPr id="12" name="Rectangle 11">
            <a:extLst>
              <a:ext uri="{C183D7F6-B498-43B3-948B-1728B52AA6E4}">
                <adec:decorative xmlns:adec="http://schemas.microsoft.com/office/drawing/2017/decorative" val="1"/>
              </a:ext>
            </a:extLst>
          </p:cNvPr>
          <p:cNvSpPr/>
          <p:nvPr/>
        </p:nvSpPr>
        <p:spPr>
          <a:xfrm>
            <a:off x="1661450" y="3033358"/>
            <a:ext cx="2790320" cy="235670"/>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ysClr val="windowText" lastClr="000000"/>
                </a:solidFill>
                <a:latin typeface="Arial" pitchFamily="34" charset="0"/>
                <a:cs typeface="Arial" pitchFamily="34" charset="0"/>
              </a:rPr>
              <a:t>2026 Lenovo Internal. All rights reserved.</a:t>
            </a:r>
          </a:p>
        </p:txBody>
      </p:sp>
      <p:sp>
        <p:nvSpPr>
          <p:cNvPr id="8" name="Title 7"/>
          <p:cNvSpPr>
            <a:spLocks noGrp="1"/>
          </p:cNvSpPr>
          <p:nvPr>
            <p:ph type="title"/>
          </p:nvPr>
        </p:nvSpPr>
        <p:spPr/>
        <p:txBody>
          <a:bodyPr/>
          <a:lstStyle/>
          <a:p>
            <a:r>
              <a:rPr lang="en-US" dirty="0"/>
              <a:t>Update footer with correct information classification</a:t>
            </a:r>
          </a:p>
        </p:txBody>
      </p:sp>
      <p:sp>
        <p:nvSpPr>
          <p:cNvPr id="9" name="Content Placeholder 8"/>
          <p:cNvSpPr>
            <a:spLocks noGrp="1"/>
          </p:cNvSpPr>
          <p:nvPr>
            <p:ph sz="half" idx="1"/>
          </p:nvPr>
        </p:nvSpPr>
        <p:spPr>
          <a:xfrm>
            <a:off x="760413" y="1297640"/>
            <a:ext cx="10559022" cy="774131"/>
          </a:xfrm>
        </p:spPr>
        <p:txBody>
          <a:bodyPr/>
          <a:lstStyle/>
          <a:p>
            <a:pPr marL="0" indent="0">
              <a:buNone/>
            </a:pPr>
            <a:r>
              <a:rPr lang="en-US" dirty="0"/>
              <a:t>Select “Home” tab and “Replace” button. Put current footer text in “Find” field and type the appropriate footer content from the options below. Click “Replace All” to update all Title and Section Header slides.</a:t>
            </a:r>
            <a:endParaRPr lang="en-US" sz="2000" dirty="0"/>
          </a:p>
        </p:txBody>
      </p:sp>
      <p:grpSp>
        <p:nvGrpSpPr>
          <p:cNvPr id="17" name="Group 16">
            <a:extLst>
              <a:ext uri="{FF2B5EF4-FFF2-40B4-BE49-F238E27FC236}">
                <a16:creationId xmlns:a16="http://schemas.microsoft.com/office/drawing/2014/main" id="{7FB0765F-CEF1-BA4E-B860-588903991D79}"/>
              </a:ext>
            </a:extLst>
          </p:cNvPr>
          <p:cNvGrpSpPr/>
          <p:nvPr/>
        </p:nvGrpSpPr>
        <p:grpSpPr>
          <a:xfrm>
            <a:off x="8347367" y="2202846"/>
            <a:ext cx="3317685" cy="1866198"/>
            <a:chOff x="8214381" y="2136806"/>
            <a:chExt cx="3215828" cy="1808903"/>
          </a:xfrm>
        </p:grpSpPr>
        <p:pic>
          <p:nvPicPr>
            <p:cNvPr id="10" name="Picture 9">
              <a:extLst>
                <a:ext uri="{FF2B5EF4-FFF2-40B4-BE49-F238E27FC236}">
                  <a16:creationId xmlns:a16="http://schemas.microsoft.com/office/drawing/2014/main" id="{C307A628-210C-7AB7-0E75-BE9C3F6CCCD3}"/>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8214381" y="2136806"/>
              <a:ext cx="3215828" cy="1808903"/>
            </a:xfrm>
            <a:prstGeom prst="rect">
              <a:avLst/>
            </a:prstGeom>
            <a:ln>
              <a:solidFill>
                <a:schemeClr val="bg1">
                  <a:lumMod val="75000"/>
                </a:schemeClr>
              </a:solidFill>
            </a:ln>
          </p:spPr>
        </p:pic>
        <p:sp>
          <p:nvSpPr>
            <p:cNvPr id="24" name="Rectangle 23">
              <a:extLst>
                <a:ext uri="{FF2B5EF4-FFF2-40B4-BE49-F238E27FC236}">
                  <a16:creationId xmlns:a16="http://schemas.microsoft.com/office/drawing/2014/main" id="{9B45C5F4-4030-3838-5730-5B110052D806}"/>
                </a:ext>
                <a:ext uri="{C183D7F6-B498-43B3-948B-1728B52AA6E4}">
                  <adec:decorative xmlns:adec="http://schemas.microsoft.com/office/drawing/2017/decorative" val="1"/>
                </a:ext>
              </a:extLst>
            </p:cNvPr>
            <p:cNvSpPr/>
            <p:nvPr/>
          </p:nvSpPr>
          <p:spPr>
            <a:xfrm>
              <a:off x="8310277" y="3791764"/>
              <a:ext cx="864932" cy="11271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5158653B-85D2-A547-A188-2E161943D815}"/>
              </a:ext>
            </a:extLst>
          </p:cNvPr>
          <p:cNvGrpSpPr/>
          <p:nvPr/>
        </p:nvGrpSpPr>
        <p:grpSpPr>
          <a:xfrm>
            <a:off x="8348241" y="4213503"/>
            <a:ext cx="3315939" cy="1865215"/>
            <a:chOff x="8215227" y="4085733"/>
            <a:chExt cx="3214135" cy="1807951"/>
          </a:xfrm>
        </p:grpSpPr>
        <p:pic>
          <p:nvPicPr>
            <p:cNvPr id="14" name="Picture 13">
              <a:extLst>
                <a:ext uri="{FF2B5EF4-FFF2-40B4-BE49-F238E27FC236}">
                  <a16:creationId xmlns:a16="http://schemas.microsoft.com/office/drawing/2014/main" id="{B7296D07-7428-1946-905F-E3B93C76053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215227" y="4085733"/>
              <a:ext cx="3214135" cy="1807951"/>
            </a:xfrm>
            <a:prstGeom prst="rect">
              <a:avLst/>
            </a:prstGeom>
            <a:ln>
              <a:solidFill>
                <a:schemeClr val="bg1">
                  <a:lumMod val="75000"/>
                </a:schemeClr>
              </a:solidFill>
            </a:ln>
          </p:spPr>
        </p:pic>
        <p:sp>
          <p:nvSpPr>
            <p:cNvPr id="19" name="Rectangle 18">
              <a:extLst>
                <a:ext uri="{FF2B5EF4-FFF2-40B4-BE49-F238E27FC236}">
                  <a16:creationId xmlns:a16="http://schemas.microsoft.com/office/drawing/2014/main" id="{C46378D8-90FA-68D4-67FF-1F68C96B7180}"/>
                </a:ext>
                <a:ext uri="{C183D7F6-B498-43B3-948B-1728B52AA6E4}">
                  <adec:decorative xmlns:adec="http://schemas.microsoft.com/office/drawing/2017/decorative" val="1"/>
                </a:ext>
              </a:extLst>
            </p:cNvPr>
            <p:cNvSpPr/>
            <p:nvPr/>
          </p:nvSpPr>
          <p:spPr>
            <a:xfrm>
              <a:off x="8611519" y="5736592"/>
              <a:ext cx="864932" cy="11271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Slide Number Placeholder 1">
            <a:extLst>
              <a:ext uri="{FF2B5EF4-FFF2-40B4-BE49-F238E27FC236}">
                <a16:creationId xmlns:a16="http://schemas.microsoft.com/office/drawing/2014/main" id="{6DB93728-4400-A20E-779F-5251E43D2750}"/>
              </a:ext>
            </a:extLst>
          </p:cNvPr>
          <p:cNvSpPr>
            <a:spLocks noGrp="1"/>
          </p:cNvSpPr>
          <p:nvPr>
            <p:ph type="sldNum" sz="quarter" idx="10"/>
          </p:nvPr>
        </p:nvSpPr>
        <p:spPr>
          <a:xfrm>
            <a:off x="11669529" y="6400800"/>
            <a:ext cx="438912" cy="155448"/>
          </a:xfrm>
        </p:spPr>
        <p:txBody>
          <a:bodyPr/>
          <a:lstStyle/>
          <a:p>
            <a:fld id="{6D22F896-40B5-4ADD-8801-0D06FADFA095}" type="slidenum">
              <a:rPr lang="en-US" smtClean="0"/>
              <a:pPr/>
              <a:t>22</a:t>
            </a:fld>
            <a:endParaRPr lang="en-US" dirty="0"/>
          </a:p>
        </p:txBody>
      </p:sp>
    </p:spTree>
    <p:extLst>
      <p:ext uri="{BB962C8B-B14F-4D97-AF65-F5344CB8AC3E}">
        <p14:creationId xmlns:p14="http://schemas.microsoft.com/office/powerpoint/2010/main" val="306860164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Restricted presentations</a:t>
            </a:r>
          </a:p>
        </p:txBody>
      </p:sp>
      <p:sp>
        <p:nvSpPr>
          <p:cNvPr id="9" name="Content Placeholder 8"/>
          <p:cNvSpPr>
            <a:spLocks noGrp="1"/>
          </p:cNvSpPr>
          <p:nvPr>
            <p:ph sz="half" idx="1"/>
          </p:nvPr>
        </p:nvSpPr>
        <p:spPr>
          <a:xfrm>
            <a:off x="760413" y="1338279"/>
            <a:ext cx="10667997" cy="842689"/>
          </a:xfrm>
        </p:spPr>
        <p:txBody>
          <a:bodyPr/>
          <a:lstStyle/>
          <a:p>
            <a:pPr marL="0" indent="0">
              <a:buNone/>
            </a:pPr>
            <a:r>
              <a:rPr lang="en-US" dirty="0"/>
              <a:t>For</a:t>
            </a:r>
            <a:r>
              <a:rPr lang="en-US" sz="2000" dirty="0"/>
              <a:t> presentations that require maximum protection, there are two options for protecting your sensitive presentations. Either option will work for confidential information:</a:t>
            </a:r>
          </a:p>
        </p:txBody>
      </p:sp>
      <p:sp>
        <p:nvSpPr>
          <p:cNvPr id="2" name="Slide Number Placeholder 1">
            <a:extLst>
              <a:ext uri="{FF2B5EF4-FFF2-40B4-BE49-F238E27FC236}">
                <a16:creationId xmlns:a16="http://schemas.microsoft.com/office/drawing/2014/main" id="{3F631F1A-3670-D8ED-5B15-D20D603A3062}"/>
              </a:ext>
            </a:extLst>
          </p:cNvPr>
          <p:cNvSpPr>
            <a:spLocks noGrp="1"/>
          </p:cNvSpPr>
          <p:nvPr>
            <p:ph type="sldNum" sz="quarter" idx="10"/>
          </p:nvPr>
        </p:nvSpPr>
        <p:spPr/>
        <p:txBody>
          <a:bodyPr/>
          <a:lstStyle/>
          <a:p>
            <a:fld id="{6D22F896-40B5-4ADD-8801-0D06FADFA095}" type="slidenum">
              <a:rPr lang="en-US" smtClean="0"/>
              <a:pPr/>
              <a:t>23</a:t>
            </a:fld>
            <a:endParaRPr lang="en-US" dirty="0"/>
          </a:p>
        </p:txBody>
      </p:sp>
      <p:sp>
        <p:nvSpPr>
          <p:cNvPr id="5" name="Content Placeholder 8">
            <a:extLst>
              <a:ext uri="{FF2B5EF4-FFF2-40B4-BE49-F238E27FC236}">
                <a16:creationId xmlns:a16="http://schemas.microsoft.com/office/drawing/2014/main" id="{D8F1A53F-6550-3BF1-D21B-0C39BAA9819C}"/>
              </a:ext>
            </a:extLst>
          </p:cNvPr>
          <p:cNvSpPr txBox="1">
            <a:spLocks/>
          </p:cNvSpPr>
          <p:nvPr/>
        </p:nvSpPr>
        <p:spPr bwMode="gray">
          <a:xfrm>
            <a:off x="760413" y="2341152"/>
            <a:ext cx="6054338" cy="939545"/>
          </a:xfrm>
          <a:prstGeom prst="rect">
            <a:avLst/>
          </a:prstGeom>
        </p:spPr>
        <p:txBody>
          <a:bodyPr lIns="0" tIns="0" rIns="0" bIns="0"/>
          <a:lstStyle>
            <a:lvl1pPr marL="171450" indent="-171450" algn="l" defTabSz="1218987" rtl="0" eaLnBrk="1" latinLnBrk="0" hangingPunct="1">
              <a:lnSpc>
                <a:spcPct val="90000"/>
              </a:lnSpc>
              <a:spcBef>
                <a:spcPts val="1000"/>
              </a:spcBef>
              <a:buClrTx/>
              <a:buFont typeface="Arial" panose="020B0604020202020204" pitchFamily="34" charset="0"/>
              <a:buChar char="•"/>
              <a:defRPr sz="2000" kern="1200">
                <a:solidFill>
                  <a:schemeClr val="tx1"/>
                </a:solidFill>
                <a:latin typeface="Arial" pitchFamily="34" charset="0"/>
                <a:ea typeface="+mn-ea"/>
                <a:cs typeface="Arial" pitchFamily="34" charset="0"/>
              </a:defRPr>
            </a:lvl1pPr>
            <a:lvl2pPr marL="609493" indent="-228560" algn="l" defTabSz="1218987" rtl="0" eaLnBrk="1" latinLnBrk="0" hangingPunct="1">
              <a:lnSpc>
                <a:spcPct val="90000"/>
              </a:lnSpc>
              <a:spcBef>
                <a:spcPts val="500"/>
              </a:spcBef>
              <a:buClrTx/>
              <a:buFont typeface="Arial" pitchFamily="34" charset="0"/>
              <a:buChar char="–"/>
              <a:defRPr sz="1800" kern="1200">
                <a:solidFill>
                  <a:schemeClr val="tx1"/>
                </a:solidFill>
                <a:latin typeface="Arial" pitchFamily="34" charset="0"/>
                <a:ea typeface="+mn-ea"/>
                <a:cs typeface="Arial" pitchFamily="34" charset="0"/>
              </a:defRPr>
            </a:lvl2pPr>
            <a:lvl3pPr marL="835938" indent="-150258"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147033" indent="-156606"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4pPr>
            <a:lvl5pPr marL="1445431" indent="-150258"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895243" lvl="1" indent="-457200">
              <a:spcBef>
                <a:spcPts val="1200"/>
              </a:spcBef>
            </a:pPr>
            <a:r>
              <a:rPr lang="en-US" sz="1800" b="1" dirty="0"/>
              <a:t>Lenovo Restricted (PPT template): </a:t>
            </a:r>
            <a:br>
              <a:rPr lang="en-US" sz="1800" b="1" dirty="0"/>
            </a:br>
            <a:r>
              <a:rPr lang="en-US" sz="1800" dirty="0"/>
              <a:t>Confidential within Lenovo, with distribution limited to designated individuals or positions.</a:t>
            </a:r>
          </a:p>
        </p:txBody>
      </p:sp>
      <p:sp>
        <p:nvSpPr>
          <p:cNvPr id="11" name="Pentagon 16">
            <a:hlinkClick r:id="rId3"/>
            <a:extLst>
              <a:ext uri="{FF2B5EF4-FFF2-40B4-BE49-F238E27FC236}">
                <a16:creationId xmlns:a16="http://schemas.microsoft.com/office/drawing/2014/main" id="{472B3941-942F-3D15-0145-3061AEA613EE}"/>
              </a:ext>
              <a:ext uri="{C183D7F6-B498-43B3-948B-1728B52AA6E4}">
                <adec:decorative xmlns:adec="http://schemas.microsoft.com/office/drawing/2017/decorative" val="0"/>
              </a:ext>
            </a:extLst>
          </p:cNvPr>
          <p:cNvSpPr/>
          <p:nvPr/>
        </p:nvSpPr>
        <p:spPr>
          <a:xfrm>
            <a:off x="1661450" y="3251679"/>
            <a:ext cx="2790320" cy="261034"/>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bg1"/>
                </a:solidFill>
              </a:rPr>
              <a:t>Download Restricted Template Here</a:t>
            </a:r>
          </a:p>
        </p:txBody>
      </p:sp>
      <p:sp>
        <p:nvSpPr>
          <p:cNvPr id="17" name="Content Placeholder 8">
            <a:extLst>
              <a:ext uri="{FF2B5EF4-FFF2-40B4-BE49-F238E27FC236}">
                <a16:creationId xmlns:a16="http://schemas.microsoft.com/office/drawing/2014/main" id="{84832188-AA5E-821F-525F-EE8F9E120A0F}"/>
              </a:ext>
            </a:extLst>
          </p:cNvPr>
          <p:cNvSpPr txBox="1">
            <a:spLocks/>
          </p:cNvSpPr>
          <p:nvPr/>
        </p:nvSpPr>
        <p:spPr bwMode="gray">
          <a:xfrm>
            <a:off x="760413" y="4371299"/>
            <a:ext cx="6054338" cy="1435601"/>
          </a:xfrm>
          <a:prstGeom prst="rect">
            <a:avLst/>
          </a:prstGeom>
        </p:spPr>
        <p:txBody>
          <a:bodyPr lIns="0" tIns="0" rIns="0" bIns="0"/>
          <a:lstStyle>
            <a:lvl1pPr marL="171450" indent="-171450" algn="l" defTabSz="1218987" rtl="0" eaLnBrk="1" latinLnBrk="0" hangingPunct="1">
              <a:lnSpc>
                <a:spcPct val="90000"/>
              </a:lnSpc>
              <a:spcBef>
                <a:spcPts val="1000"/>
              </a:spcBef>
              <a:buClrTx/>
              <a:buFont typeface="Arial" panose="020B0604020202020204" pitchFamily="34" charset="0"/>
              <a:buChar char="•"/>
              <a:defRPr sz="2000" kern="1200">
                <a:solidFill>
                  <a:schemeClr val="tx1"/>
                </a:solidFill>
                <a:latin typeface="Arial" pitchFamily="34" charset="0"/>
                <a:ea typeface="+mn-ea"/>
                <a:cs typeface="Arial" pitchFamily="34" charset="0"/>
              </a:defRPr>
            </a:lvl1pPr>
            <a:lvl2pPr marL="609493" indent="-228560" algn="l" defTabSz="1218987" rtl="0" eaLnBrk="1" latinLnBrk="0" hangingPunct="1">
              <a:lnSpc>
                <a:spcPct val="90000"/>
              </a:lnSpc>
              <a:spcBef>
                <a:spcPts val="500"/>
              </a:spcBef>
              <a:buClrTx/>
              <a:buFont typeface="Arial" pitchFamily="34" charset="0"/>
              <a:buChar char="–"/>
              <a:defRPr sz="1800" kern="1200">
                <a:solidFill>
                  <a:schemeClr val="tx1"/>
                </a:solidFill>
                <a:latin typeface="Arial" pitchFamily="34" charset="0"/>
                <a:ea typeface="+mn-ea"/>
                <a:cs typeface="Arial" pitchFamily="34" charset="0"/>
              </a:defRPr>
            </a:lvl2pPr>
            <a:lvl3pPr marL="835938" indent="-150258"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3pPr>
            <a:lvl4pPr marL="1147033" indent="-156606"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4pPr>
            <a:lvl5pPr marL="1445431" indent="-150258" algn="l" defTabSz="1218987" rtl="0" eaLnBrk="1" latinLnBrk="0" hangingPunct="1">
              <a:lnSpc>
                <a:spcPct val="90000"/>
              </a:lnSpc>
              <a:spcBef>
                <a:spcPts val="500"/>
              </a:spcBef>
              <a:buClrTx/>
              <a:buFont typeface="Arial" panose="020B0604020202020204" pitchFamily="34" charset="0"/>
              <a:buChar char="-"/>
              <a:defRPr sz="1800" kern="1200">
                <a:solidFill>
                  <a:schemeClr val="tx1"/>
                </a:solidFill>
                <a:latin typeface="Arial" pitchFamily="34" charset="0"/>
                <a:ea typeface="+mn-ea"/>
                <a:cs typeface="Arial" pitchFamily="34" charset="0"/>
              </a:defRPr>
            </a:lvl5pPr>
            <a:lvl6pPr marL="3352213"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895243" lvl="1" indent="-457200">
              <a:spcBef>
                <a:spcPts val="1200"/>
              </a:spcBef>
            </a:pPr>
            <a:r>
              <a:rPr lang="en-US" sz="1800" b="1" dirty="0"/>
              <a:t>Lenovo Restricted (Watermark): </a:t>
            </a:r>
            <a:br>
              <a:rPr lang="en-US" sz="1800" dirty="0"/>
            </a:br>
            <a:r>
              <a:rPr lang="en-US" dirty="0"/>
              <a:t>U</a:t>
            </a:r>
            <a:r>
              <a:rPr lang="en-US" sz="1800" dirty="0"/>
              <a:t>pload any presentation file to </a:t>
            </a:r>
            <a:r>
              <a:rPr lang="en-US" sz="1800" b="1" dirty="0">
                <a:hlinkClick r:id="rId4"/>
              </a:rPr>
              <a:t>w</a:t>
            </a:r>
            <a:r>
              <a:rPr lang="en-US" b="1" dirty="0">
                <a:hlinkClick r:id="rId4"/>
              </a:rPr>
              <a:t>atermark.lenovo.com</a:t>
            </a:r>
            <a:r>
              <a:rPr lang="en-US" b="1" dirty="0"/>
              <a:t> </a:t>
            </a:r>
            <a:r>
              <a:rPr lang="en-US" dirty="0"/>
              <a:t>to auto-populate the restricted watermark for protection. This only works with PDF or PPTX formats.</a:t>
            </a:r>
            <a:endParaRPr lang="en-US" sz="1800" dirty="0"/>
          </a:p>
        </p:txBody>
      </p:sp>
      <p:grpSp>
        <p:nvGrpSpPr>
          <p:cNvPr id="6" name="Group 5">
            <a:extLst>
              <a:ext uri="{FF2B5EF4-FFF2-40B4-BE49-F238E27FC236}">
                <a16:creationId xmlns:a16="http://schemas.microsoft.com/office/drawing/2014/main" id="{2FD50E91-ADD7-64FF-78C7-106047471C02}"/>
              </a:ext>
            </a:extLst>
          </p:cNvPr>
          <p:cNvGrpSpPr/>
          <p:nvPr/>
        </p:nvGrpSpPr>
        <p:grpSpPr>
          <a:xfrm>
            <a:off x="7821827" y="2202145"/>
            <a:ext cx="3606584" cy="4039890"/>
            <a:chOff x="7237106" y="1547174"/>
            <a:chExt cx="4191305" cy="4694861"/>
          </a:xfrm>
        </p:grpSpPr>
        <p:pic>
          <p:nvPicPr>
            <p:cNvPr id="10" name="Picture 9">
              <a:extLst>
                <a:ext uri="{FF2B5EF4-FFF2-40B4-BE49-F238E27FC236}">
                  <a16:creationId xmlns:a16="http://schemas.microsoft.com/office/drawing/2014/main" id="{FAA32CC6-412D-8F65-78F1-D8A52EEBD77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237106" y="4068004"/>
              <a:ext cx="4191305" cy="2174031"/>
            </a:xfrm>
            <a:prstGeom prst="rect">
              <a:avLst/>
            </a:prstGeom>
            <a:ln>
              <a:solidFill>
                <a:schemeClr val="bg1">
                  <a:lumMod val="75000"/>
                </a:schemeClr>
              </a:solidFill>
            </a:ln>
          </p:spPr>
        </p:pic>
        <p:pic>
          <p:nvPicPr>
            <p:cNvPr id="20" name="Picture 19">
              <a:extLst>
                <a:ext uri="{FF2B5EF4-FFF2-40B4-BE49-F238E27FC236}">
                  <a16:creationId xmlns:a16="http://schemas.microsoft.com/office/drawing/2014/main" id="{7C3296C5-9CD6-C5E5-0CEF-E5D93DB6E199}"/>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7240011" y="1547174"/>
              <a:ext cx="4185492" cy="2354338"/>
            </a:xfrm>
            <a:prstGeom prst="rect">
              <a:avLst/>
            </a:prstGeom>
            <a:ln>
              <a:solidFill>
                <a:schemeClr val="bg1">
                  <a:lumMod val="75000"/>
                </a:schemeClr>
              </a:solidFill>
            </a:ln>
          </p:spPr>
        </p:pic>
      </p:grpSp>
    </p:spTree>
    <p:extLst>
      <p:ext uri="{BB962C8B-B14F-4D97-AF65-F5344CB8AC3E}">
        <p14:creationId xmlns:p14="http://schemas.microsoft.com/office/powerpoint/2010/main" val="125196941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half" idx="1"/>
          </p:nvPr>
        </p:nvSpPr>
        <p:spPr/>
        <p:txBody>
          <a:bodyPr/>
          <a:lstStyle/>
          <a:p>
            <a:r>
              <a:rPr lang="en-US" dirty="0"/>
              <a:t>Level one bullet style is Arial, regular, 20 </a:t>
            </a:r>
            <a:r>
              <a:rPr lang="en-US" dirty="0" err="1"/>
              <a:t>pt</a:t>
            </a:r>
            <a:endParaRPr lang="en-US" dirty="0"/>
          </a:p>
          <a:p>
            <a:pPr lvl="1"/>
            <a:r>
              <a:rPr lang="en-US" dirty="0"/>
              <a:t>Level two style is Arial, regular, 18 </a:t>
            </a:r>
            <a:r>
              <a:rPr lang="en-US" dirty="0" err="1"/>
              <a:t>pt</a:t>
            </a:r>
            <a:endParaRPr lang="en-US" dirty="0"/>
          </a:p>
          <a:p>
            <a:pPr lvl="2"/>
            <a:r>
              <a:rPr lang="en-US" dirty="0"/>
              <a:t>Level three style is Arial, regular, 18 </a:t>
            </a:r>
            <a:r>
              <a:rPr lang="en-US" dirty="0" err="1"/>
              <a:t>pt</a:t>
            </a:r>
            <a:endParaRPr lang="en-US" dirty="0"/>
          </a:p>
          <a:p>
            <a:r>
              <a:rPr lang="en-US" dirty="0"/>
              <a:t>Bulleted copy has initial cap on first word only with no period at the end </a:t>
            </a:r>
          </a:p>
          <a:p>
            <a:r>
              <a:rPr lang="en-US" b="0" i="0" dirty="0">
                <a:solidFill>
                  <a:srgbClr val="000000"/>
                </a:solidFill>
                <a:effectLst/>
                <a:latin typeface="Roboto" panose="020B0604020202020204" pitchFamily="2" charset="0"/>
              </a:rPr>
              <a:t>If bulleted copy is more than one sentence, use a period at the end</a:t>
            </a:r>
          </a:p>
          <a:p>
            <a:r>
              <a:rPr lang="en-US" dirty="0">
                <a:solidFill>
                  <a:srgbClr val="000000"/>
                </a:solidFill>
                <a:latin typeface="Roboto" panose="02000000000000000000" pitchFamily="2" charset="0"/>
              </a:rPr>
              <a:t>U</a:t>
            </a:r>
            <a:r>
              <a:rPr lang="en-US" b="0" i="0" dirty="0">
                <a:solidFill>
                  <a:srgbClr val="000000"/>
                </a:solidFill>
                <a:effectLst/>
                <a:latin typeface="Roboto" panose="02000000000000000000" pitchFamily="2" charset="0"/>
              </a:rPr>
              <a:t>se periods for all bulleted copy in the list if one requires a period</a:t>
            </a:r>
            <a:endParaRPr lang="en-US" dirty="0"/>
          </a:p>
          <a:p>
            <a:endParaRPr lang="en-US" dirty="0"/>
          </a:p>
        </p:txBody>
      </p:sp>
      <p:sp>
        <p:nvSpPr>
          <p:cNvPr id="7" name="Text Placeholder 6"/>
          <p:cNvSpPr>
            <a:spLocks noGrp="1"/>
          </p:cNvSpPr>
          <p:nvPr>
            <p:ph type="body" idx="10"/>
          </p:nvPr>
        </p:nvSpPr>
        <p:spPr/>
        <p:txBody>
          <a:bodyPr/>
          <a:lstStyle/>
          <a:p>
            <a:r>
              <a:rPr lang="en-US" dirty="0"/>
              <a:t>Subtitles are Arial, regular, 22 </a:t>
            </a:r>
            <a:r>
              <a:rPr lang="en-US" dirty="0" err="1"/>
              <a:t>pt</a:t>
            </a:r>
            <a:r>
              <a:rPr lang="en-US" dirty="0"/>
              <a:t>, sentence case</a:t>
            </a:r>
          </a:p>
        </p:txBody>
      </p:sp>
      <p:sp>
        <p:nvSpPr>
          <p:cNvPr id="5" name="Title 4"/>
          <p:cNvSpPr>
            <a:spLocks noGrp="1"/>
          </p:cNvSpPr>
          <p:nvPr>
            <p:ph type="title"/>
          </p:nvPr>
        </p:nvSpPr>
        <p:spPr/>
        <p:txBody>
          <a:bodyPr/>
          <a:lstStyle/>
          <a:p>
            <a:r>
              <a:rPr lang="en-US" dirty="0"/>
              <a:t>Titles are Arial, bold, 32 pt, sentence case</a:t>
            </a:r>
          </a:p>
        </p:txBody>
      </p:sp>
      <p:sp>
        <p:nvSpPr>
          <p:cNvPr id="2" name="Slide Number Placeholder 1">
            <a:extLst>
              <a:ext uri="{FF2B5EF4-FFF2-40B4-BE49-F238E27FC236}">
                <a16:creationId xmlns:a16="http://schemas.microsoft.com/office/drawing/2014/main" id="{34C4FDB9-AD3F-C7BE-7523-01E87B0F027B}"/>
              </a:ext>
            </a:extLst>
          </p:cNvPr>
          <p:cNvSpPr>
            <a:spLocks noGrp="1"/>
          </p:cNvSpPr>
          <p:nvPr>
            <p:ph type="sldNum" sz="quarter" idx="11"/>
          </p:nvPr>
        </p:nvSpPr>
        <p:spPr/>
        <p:txBody>
          <a:bodyPr/>
          <a:lstStyle/>
          <a:p>
            <a:fld id="{6D22F896-40B5-4ADD-8801-0D06FADFA095}" type="slidenum">
              <a:rPr lang="en-US" smtClean="0"/>
              <a:pPr/>
              <a:t>24</a:t>
            </a:fld>
            <a:endParaRPr lang="en-US" dirty="0"/>
          </a:p>
        </p:txBody>
      </p:sp>
    </p:spTree>
    <p:extLst>
      <p:ext uri="{BB962C8B-B14F-4D97-AF65-F5344CB8AC3E}">
        <p14:creationId xmlns:p14="http://schemas.microsoft.com/office/powerpoint/2010/main" val="392893577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Two column layout</a:t>
            </a:r>
          </a:p>
        </p:txBody>
      </p:sp>
      <p:sp>
        <p:nvSpPr>
          <p:cNvPr id="7" name="Content Placeholder 6"/>
          <p:cNvSpPr>
            <a:spLocks noGrp="1"/>
          </p:cNvSpPr>
          <p:nvPr>
            <p:ph sz="half" idx="1"/>
          </p:nvPr>
        </p:nvSpPr>
        <p:spPr/>
        <p:txBody>
          <a:bodyPr/>
          <a:lstStyle/>
          <a:p>
            <a:r>
              <a:rPr lang="en-US" dirty="0"/>
              <a:t>Two-column level one bullet style is </a:t>
            </a:r>
            <a:br>
              <a:rPr lang="en-US" dirty="0"/>
            </a:br>
            <a:r>
              <a:rPr lang="en-US" dirty="0"/>
              <a:t>Arial, regular, 20 </a:t>
            </a:r>
            <a:r>
              <a:rPr lang="en-US" dirty="0" err="1"/>
              <a:t>pt</a:t>
            </a:r>
            <a:endParaRPr lang="en-US" dirty="0"/>
          </a:p>
          <a:p>
            <a:pPr lvl="1"/>
            <a:r>
              <a:rPr lang="en-US" dirty="0"/>
              <a:t>Level two style is Arial, regular, 18 </a:t>
            </a:r>
            <a:r>
              <a:rPr lang="en-US" dirty="0" err="1"/>
              <a:t>pt</a:t>
            </a:r>
            <a:endParaRPr lang="en-US" dirty="0"/>
          </a:p>
          <a:p>
            <a:pPr lvl="2"/>
            <a:r>
              <a:rPr lang="en-US" dirty="0"/>
              <a:t>Level three style is Arial, regular, 18 </a:t>
            </a:r>
            <a:r>
              <a:rPr lang="en-US" dirty="0" err="1"/>
              <a:t>pt</a:t>
            </a:r>
            <a:endParaRPr lang="en-US" dirty="0"/>
          </a:p>
          <a:p>
            <a:r>
              <a:rPr lang="en-US" dirty="0"/>
              <a:t>Level one style</a:t>
            </a:r>
          </a:p>
          <a:p>
            <a:r>
              <a:rPr lang="en-US" dirty="0"/>
              <a:t>Level one style</a:t>
            </a:r>
          </a:p>
          <a:p>
            <a:r>
              <a:rPr lang="en-US" dirty="0"/>
              <a:t>Level one style</a:t>
            </a:r>
          </a:p>
        </p:txBody>
      </p:sp>
      <p:sp>
        <p:nvSpPr>
          <p:cNvPr id="8" name="Content Placeholder 7"/>
          <p:cNvSpPr>
            <a:spLocks noGrp="1"/>
          </p:cNvSpPr>
          <p:nvPr>
            <p:ph sz="half" idx="14"/>
          </p:nvPr>
        </p:nvSpPr>
        <p:spPr/>
        <p:txBody>
          <a:bodyPr/>
          <a:lstStyle/>
          <a:p>
            <a:r>
              <a:rPr lang="en-US" dirty="0"/>
              <a:t>Two-column level one bullets are </a:t>
            </a:r>
            <a:br>
              <a:rPr lang="en-US" dirty="0"/>
            </a:br>
            <a:r>
              <a:rPr lang="en-US" dirty="0"/>
              <a:t>Arial, regular, 20 </a:t>
            </a:r>
            <a:r>
              <a:rPr lang="en-US" dirty="0" err="1"/>
              <a:t>pt</a:t>
            </a:r>
            <a:endParaRPr lang="en-US" dirty="0"/>
          </a:p>
          <a:p>
            <a:pPr lvl="1"/>
            <a:r>
              <a:rPr lang="en-US" dirty="0"/>
              <a:t>Level two style is Arial, regular, 18 </a:t>
            </a:r>
            <a:r>
              <a:rPr lang="en-US" dirty="0" err="1"/>
              <a:t>pt</a:t>
            </a:r>
            <a:endParaRPr lang="en-US" dirty="0"/>
          </a:p>
          <a:p>
            <a:pPr lvl="2"/>
            <a:r>
              <a:rPr lang="en-US" dirty="0"/>
              <a:t>Level three style is Arial, regular, 18 </a:t>
            </a:r>
            <a:r>
              <a:rPr lang="en-US" dirty="0" err="1"/>
              <a:t>pt</a:t>
            </a:r>
            <a:endParaRPr lang="en-US" dirty="0"/>
          </a:p>
          <a:p>
            <a:r>
              <a:rPr lang="en-US" dirty="0"/>
              <a:t>Level one style</a:t>
            </a:r>
          </a:p>
          <a:p>
            <a:r>
              <a:rPr lang="en-US" dirty="0"/>
              <a:t>Level one style</a:t>
            </a:r>
          </a:p>
          <a:p>
            <a:r>
              <a:rPr lang="en-US" dirty="0"/>
              <a:t>Level one style</a:t>
            </a:r>
          </a:p>
        </p:txBody>
      </p:sp>
      <p:sp>
        <p:nvSpPr>
          <p:cNvPr id="2" name="Slide Number Placeholder 1">
            <a:extLst>
              <a:ext uri="{FF2B5EF4-FFF2-40B4-BE49-F238E27FC236}">
                <a16:creationId xmlns:a16="http://schemas.microsoft.com/office/drawing/2014/main" id="{E15D3821-B7B3-9516-06C4-E54FDC2EB7E6}"/>
              </a:ext>
            </a:extLst>
          </p:cNvPr>
          <p:cNvSpPr>
            <a:spLocks noGrp="1"/>
          </p:cNvSpPr>
          <p:nvPr>
            <p:ph type="sldNum" sz="quarter" idx="15"/>
          </p:nvPr>
        </p:nvSpPr>
        <p:spPr/>
        <p:txBody>
          <a:bodyPr/>
          <a:lstStyle/>
          <a:p>
            <a:fld id="{6D22F896-40B5-4ADD-8801-0D06FADFA095}" type="slidenum">
              <a:rPr lang="en-US" smtClean="0"/>
              <a:pPr/>
              <a:t>25</a:t>
            </a:fld>
            <a:endParaRPr lang="en-US" dirty="0"/>
          </a:p>
        </p:txBody>
      </p:sp>
    </p:spTree>
    <p:extLst>
      <p:ext uri="{BB962C8B-B14F-4D97-AF65-F5344CB8AC3E}">
        <p14:creationId xmlns:p14="http://schemas.microsoft.com/office/powerpoint/2010/main" val="207211538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885398-6D34-9F93-A132-DB8B8D7114F6}"/>
              </a:ext>
            </a:extLst>
          </p:cNvPr>
          <p:cNvSpPr>
            <a:spLocks noGrp="1"/>
          </p:cNvSpPr>
          <p:nvPr>
            <p:ph type="title"/>
          </p:nvPr>
        </p:nvSpPr>
        <p:spPr/>
        <p:txBody>
          <a:bodyPr/>
          <a:lstStyle/>
          <a:p>
            <a:r>
              <a:rPr lang="en-US" dirty="0"/>
              <a:t>Color scheme</a:t>
            </a:r>
          </a:p>
        </p:txBody>
      </p:sp>
      <p:sp>
        <p:nvSpPr>
          <p:cNvPr id="31" name="Rectangle 30" descr="Lenovo brand color: Signature Red, hex code E1251B">
            <a:extLst>
              <a:ext uri="{FF2B5EF4-FFF2-40B4-BE49-F238E27FC236}">
                <a16:creationId xmlns:a16="http://schemas.microsoft.com/office/drawing/2014/main" id="{16C14D9C-B8D2-4BF2-BFFC-495F946B3833}"/>
              </a:ext>
            </a:extLst>
          </p:cNvPr>
          <p:cNvSpPr/>
          <p:nvPr/>
        </p:nvSpPr>
        <p:spPr>
          <a:xfrm>
            <a:off x="766885" y="1262111"/>
            <a:ext cx="2010545" cy="737200"/>
          </a:xfrm>
          <a:prstGeom prst="rect">
            <a:avLst/>
          </a:prstGeom>
          <a:solidFill>
            <a:srgbClr val="E1251B"/>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Red</a:t>
            </a:r>
          </a:p>
          <a:p>
            <a:pPr algn="ctr"/>
            <a:r>
              <a:rPr lang="en-US" sz="1100">
                <a:solidFill>
                  <a:prstClr val="white"/>
                </a:solidFill>
              </a:rPr>
              <a:t>225.37.27</a:t>
            </a:r>
          </a:p>
          <a:p>
            <a:pPr algn="ctr"/>
            <a:r>
              <a:rPr lang="en-US" sz="1100">
                <a:solidFill>
                  <a:prstClr val="white"/>
                </a:solidFill>
              </a:rPr>
              <a:t>#E1251B</a:t>
            </a:r>
          </a:p>
        </p:txBody>
      </p:sp>
      <p:sp>
        <p:nvSpPr>
          <p:cNvPr id="46" name="Rectangle 45">
            <a:extLst>
              <a:ext uri="{FF2B5EF4-FFF2-40B4-BE49-F238E27FC236}">
                <a16:creationId xmlns:a16="http://schemas.microsoft.com/office/drawing/2014/main" id="{0060BA42-164D-4274-B389-8C045EA48485}"/>
              </a:ext>
            </a:extLst>
          </p:cNvPr>
          <p:cNvSpPr/>
          <p:nvPr/>
        </p:nvSpPr>
        <p:spPr>
          <a:xfrm>
            <a:off x="766885" y="2226886"/>
            <a:ext cx="2010545" cy="15747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ctr"/>
            <a:r>
              <a:rPr lang="en-US" sz="1200" b="1">
                <a:solidFill>
                  <a:schemeClr val="tx1"/>
                </a:solidFill>
              </a:rPr>
              <a:t>Lenovo signature red </a:t>
            </a:r>
            <a:r>
              <a:rPr lang="en-US" sz="1200">
                <a:solidFill>
                  <a:schemeClr val="tx1"/>
                </a:solidFill>
              </a:rPr>
              <a:t> should be used to elevate the brand but should not be overused. Always use the signature red for the Lenovo logo.</a:t>
            </a:r>
          </a:p>
        </p:txBody>
      </p:sp>
      <p:sp>
        <p:nvSpPr>
          <p:cNvPr id="24" name="TextBox 23">
            <a:extLst>
              <a:ext uri="{FF2B5EF4-FFF2-40B4-BE49-F238E27FC236}">
                <a16:creationId xmlns:a16="http://schemas.microsoft.com/office/drawing/2014/main" id="{4EC16E37-05C4-6CFD-C487-E3CC3ACD4D47}"/>
              </a:ext>
            </a:extLst>
          </p:cNvPr>
          <p:cNvSpPr txBox="1"/>
          <p:nvPr/>
        </p:nvSpPr>
        <p:spPr>
          <a:xfrm>
            <a:off x="5185845" y="3066296"/>
            <a:ext cx="4225549" cy="276999"/>
          </a:xfrm>
          <a:prstGeom prst="rect">
            <a:avLst/>
          </a:prstGeom>
          <a:noFill/>
        </p:spPr>
        <p:txBody>
          <a:bodyPr wrap="square" rtlCol="0">
            <a:spAutoFit/>
          </a:bodyPr>
          <a:lstStyle/>
          <a:p>
            <a:pPr algn="ctr"/>
            <a:r>
              <a:rPr lang="en-US" sz="1200" i="1">
                <a:latin typeface="Arial" pitchFamily="34" charset="0"/>
                <a:cs typeface="Arial" pitchFamily="34" charset="0"/>
              </a:rPr>
              <a:t>Colors built into the template (theme colors)</a:t>
            </a:r>
          </a:p>
        </p:txBody>
      </p:sp>
      <p:sp>
        <p:nvSpPr>
          <p:cNvPr id="32" name="Rectangle 31" descr="Lenovo brand color: Deep Red 1, hex code 64131E&#10;">
            <a:extLst>
              <a:ext uri="{FF2B5EF4-FFF2-40B4-BE49-F238E27FC236}">
                <a16:creationId xmlns:a16="http://schemas.microsoft.com/office/drawing/2014/main" id="{5CB6759A-DE55-4044-A74F-23468075BC3B}"/>
              </a:ext>
            </a:extLst>
          </p:cNvPr>
          <p:cNvSpPr/>
          <p:nvPr/>
        </p:nvSpPr>
        <p:spPr>
          <a:xfrm>
            <a:off x="3175300" y="1255175"/>
            <a:ext cx="2010545" cy="737200"/>
          </a:xfrm>
          <a:prstGeom prst="rect">
            <a:avLst/>
          </a:prstGeom>
          <a:solidFill>
            <a:srgbClr val="64131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Deep Red 1</a:t>
            </a:r>
          </a:p>
          <a:p>
            <a:pPr algn="ctr"/>
            <a:r>
              <a:rPr lang="en-US" sz="1100">
                <a:solidFill>
                  <a:prstClr val="white"/>
                </a:solidFill>
              </a:rPr>
              <a:t>100.19.30</a:t>
            </a:r>
          </a:p>
          <a:p>
            <a:pPr algn="ctr"/>
            <a:r>
              <a:rPr lang="en-US" sz="1100">
                <a:solidFill>
                  <a:prstClr val="white"/>
                </a:solidFill>
              </a:rPr>
              <a:t>#64131E</a:t>
            </a:r>
          </a:p>
        </p:txBody>
      </p:sp>
      <p:sp>
        <p:nvSpPr>
          <p:cNvPr id="36" name="Rectangle 35" descr="Lenovo brand color: Deep Purple 1, hex code 4D144A">
            <a:extLst>
              <a:ext uri="{FF2B5EF4-FFF2-40B4-BE49-F238E27FC236}">
                <a16:creationId xmlns:a16="http://schemas.microsoft.com/office/drawing/2014/main" id="{40FE20A9-8C22-476F-A421-67EC3E78C356}"/>
              </a:ext>
            </a:extLst>
          </p:cNvPr>
          <p:cNvSpPr/>
          <p:nvPr/>
        </p:nvSpPr>
        <p:spPr>
          <a:xfrm>
            <a:off x="5253998" y="1255175"/>
            <a:ext cx="2010545" cy="737200"/>
          </a:xfrm>
          <a:prstGeom prst="rect">
            <a:avLst/>
          </a:prstGeom>
          <a:solidFill>
            <a:srgbClr val="4D144A"/>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Deep Purple 1</a:t>
            </a:r>
          </a:p>
          <a:p>
            <a:pPr algn="ctr"/>
            <a:r>
              <a:rPr lang="en-US" sz="1100">
                <a:solidFill>
                  <a:prstClr val="white"/>
                </a:solidFill>
              </a:rPr>
              <a:t>77.20.74</a:t>
            </a:r>
          </a:p>
          <a:p>
            <a:pPr algn="ctr"/>
            <a:r>
              <a:rPr lang="en-US" sz="1100">
                <a:solidFill>
                  <a:prstClr val="white"/>
                </a:solidFill>
              </a:rPr>
              <a:t>#4D144A</a:t>
            </a:r>
          </a:p>
        </p:txBody>
      </p:sp>
      <p:sp>
        <p:nvSpPr>
          <p:cNvPr id="39" name="Rectangle 38" descr="Lenovo brand color: Deep Blue 1, hex code 11184F">
            <a:extLst>
              <a:ext uri="{FF2B5EF4-FFF2-40B4-BE49-F238E27FC236}">
                <a16:creationId xmlns:a16="http://schemas.microsoft.com/office/drawing/2014/main" id="{1384576B-1D6A-4BBA-9B6B-488DCCA37DF5}"/>
              </a:ext>
            </a:extLst>
          </p:cNvPr>
          <p:cNvSpPr/>
          <p:nvPr/>
        </p:nvSpPr>
        <p:spPr>
          <a:xfrm>
            <a:off x="7332696" y="1255175"/>
            <a:ext cx="2010545" cy="737200"/>
          </a:xfrm>
          <a:prstGeom prst="rect">
            <a:avLst/>
          </a:prstGeom>
          <a:solidFill>
            <a:srgbClr val="11184F"/>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Deep Blue 1</a:t>
            </a:r>
          </a:p>
          <a:p>
            <a:pPr algn="ctr"/>
            <a:r>
              <a:rPr lang="en-US" sz="1100">
                <a:solidFill>
                  <a:prstClr val="white"/>
                </a:solidFill>
              </a:rPr>
              <a:t>17.24.79</a:t>
            </a:r>
          </a:p>
          <a:p>
            <a:pPr algn="ctr"/>
            <a:r>
              <a:rPr lang="en-US" sz="1100">
                <a:solidFill>
                  <a:prstClr val="white"/>
                </a:solidFill>
              </a:rPr>
              <a:t>#11184F</a:t>
            </a:r>
          </a:p>
        </p:txBody>
      </p:sp>
      <p:sp>
        <p:nvSpPr>
          <p:cNvPr id="42" name="Rectangle 41" descr="Lenovo brand color: Black, hex code 1E0013">
            <a:extLst>
              <a:ext uri="{FF2B5EF4-FFF2-40B4-BE49-F238E27FC236}">
                <a16:creationId xmlns:a16="http://schemas.microsoft.com/office/drawing/2014/main" id="{82D9F106-FAE2-4505-B0C0-04282ACD6672}"/>
              </a:ext>
            </a:extLst>
          </p:cNvPr>
          <p:cNvSpPr/>
          <p:nvPr/>
        </p:nvSpPr>
        <p:spPr>
          <a:xfrm>
            <a:off x="9411394" y="1255175"/>
            <a:ext cx="2010545" cy="737200"/>
          </a:xfrm>
          <a:prstGeom prst="rect">
            <a:avLst/>
          </a:prstGeom>
          <a:solidFill>
            <a:srgbClr val="1E011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Black</a:t>
            </a:r>
          </a:p>
          <a:p>
            <a:pPr algn="ctr"/>
            <a:r>
              <a:rPr lang="en-US" sz="1100">
                <a:solidFill>
                  <a:prstClr val="white"/>
                </a:solidFill>
              </a:rPr>
              <a:t>30.01.19</a:t>
            </a:r>
          </a:p>
          <a:p>
            <a:pPr algn="ctr"/>
            <a:r>
              <a:rPr lang="en-US" sz="1100">
                <a:solidFill>
                  <a:prstClr val="white"/>
                </a:solidFill>
              </a:rPr>
              <a:t>#1E0013</a:t>
            </a:r>
          </a:p>
        </p:txBody>
      </p:sp>
      <p:sp>
        <p:nvSpPr>
          <p:cNvPr id="33" name="Rectangle 32" descr="Lenovo brand color: Mid Red 1, hex code B8252E">
            <a:extLst>
              <a:ext uri="{FF2B5EF4-FFF2-40B4-BE49-F238E27FC236}">
                <a16:creationId xmlns:a16="http://schemas.microsoft.com/office/drawing/2014/main" id="{76B5D1F4-3C4C-4520-8C56-CEE0ED101707}"/>
              </a:ext>
            </a:extLst>
          </p:cNvPr>
          <p:cNvSpPr/>
          <p:nvPr/>
        </p:nvSpPr>
        <p:spPr>
          <a:xfrm>
            <a:off x="3175300" y="2044626"/>
            <a:ext cx="2010545" cy="737200"/>
          </a:xfrm>
          <a:prstGeom prst="rect">
            <a:avLst/>
          </a:prstGeom>
          <a:solidFill>
            <a:srgbClr val="B8252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Mid Red 1</a:t>
            </a:r>
          </a:p>
          <a:p>
            <a:pPr algn="ctr"/>
            <a:r>
              <a:rPr lang="en-US" sz="1100">
                <a:solidFill>
                  <a:prstClr val="white"/>
                </a:solidFill>
              </a:rPr>
              <a:t>184.37.46</a:t>
            </a:r>
          </a:p>
          <a:p>
            <a:pPr algn="ctr"/>
            <a:r>
              <a:rPr lang="en-US" sz="1100">
                <a:solidFill>
                  <a:prstClr val="white"/>
                </a:solidFill>
              </a:rPr>
              <a:t>#B8252E</a:t>
            </a:r>
          </a:p>
        </p:txBody>
      </p:sp>
      <p:sp>
        <p:nvSpPr>
          <p:cNvPr id="37" name="Rectangle 36" descr="Lenovo brand color: Deep Purple 2, hex code 7A126B">
            <a:extLst>
              <a:ext uri="{FF2B5EF4-FFF2-40B4-BE49-F238E27FC236}">
                <a16:creationId xmlns:a16="http://schemas.microsoft.com/office/drawing/2014/main" id="{F26C3174-AE57-42E0-B87E-24E2CE2752B9}"/>
              </a:ext>
            </a:extLst>
          </p:cNvPr>
          <p:cNvSpPr/>
          <p:nvPr/>
        </p:nvSpPr>
        <p:spPr>
          <a:xfrm>
            <a:off x="5253998" y="2044626"/>
            <a:ext cx="2010545" cy="737200"/>
          </a:xfrm>
          <a:prstGeom prst="rect">
            <a:avLst/>
          </a:prstGeom>
          <a:solidFill>
            <a:srgbClr val="7A126B"/>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Deep Purple 2</a:t>
            </a:r>
          </a:p>
          <a:p>
            <a:pPr algn="ctr"/>
            <a:r>
              <a:rPr lang="en-US" sz="1100">
                <a:solidFill>
                  <a:prstClr val="white"/>
                </a:solidFill>
              </a:rPr>
              <a:t>122.18.107</a:t>
            </a:r>
          </a:p>
          <a:p>
            <a:pPr algn="ctr"/>
            <a:r>
              <a:rPr lang="en-US" sz="1100">
                <a:solidFill>
                  <a:prstClr val="white"/>
                </a:solidFill>
              </a:rPr>
              <a:t>#7A126B</a:t>
            </a:r>
          </a:p>
        </p:txBody>
      </p:sp>
      <p:sp>
        <p:nvSpPr>
          <p:cNvPr id="40" name="Rectangle 39" descr="Lenovo brand color: Deep Blue 2, hex code 294E95">
            <a:extLst>
              <a:ext uri="{FF2B5EF4-FFF2-40B4-BE49-F238E27FC236}">
                <a16:creationId xmlns:a16="http://schemas.microsoft.com/office/drawing/2014/main" id="{C57BD7E3-38B1-4796-BF73-671A632258E9}"/>
              </a:ext>
            </a:extLst>
          </p:cNvPr>
          <p:cNvSpPr/>
          <p:nvPr/>
        </p:nvSpPr>
        <p:spPr>
          <a:xfrm>
            <a:off x="7332696" y="2044626"/>
            <a:ext cx="2010545" cy="737200"/>
          </a:xfrm>
          <a:prstGeom prst="rect">
            <a:avLst/>
          </a:prstGeom>
          <a:solidFill>
            <a:srgbClr val="294E9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Deep Blue 2</a:t>
            </a:r>
          </a:p>
          <a:p>
            <a:pPr algn="ctr"/>
            <a:r>
              <a:rPr lang="en-US" sz="1100">
                <a:solidFill>
                  <a:prstClr val="white"/>
                </a:solidFill>
              </a:rPr>
              <a:t>41.78.149</a:t>
            </a:r>
          </a:p>
          <a:p>
            <a:pPr algn="ctr"/>
            <a:r>
              <a:rPr lang="en-US" sz="1100">
                <a:solidFill>
                  <a:prstClr val="white"/>
                </a:solidFill>
              </a:rPr>
              <a:t>#294E95</a:t>
            </a:r>
          </a:p>
        </p:txBody>
      </p:sp>
      <p:sp>
        <p:nvSpPr>
          <p:cNvPr id="43" name="Rectangle 42" descr="Lenovo brand color: Deep Gray, hex code 4E444E">
            <a:extLst>
              <a:ext uri="{FF2B5EF4-FFF2-40B4-BE49-F238E27FC236}">
                <a16:creationId xmlns:a16="http://schemas.microsoft.com/office/drawing/2014/main" id="{483F31D2-48D1-44CE-B540-123CF18A9ADF}"/>
              </a:ext>
            </a:extLst>
          </p:cNvPr>
          <p:cNvSpPr/>
          <p:nvPr/>
        </p:nvSpPr>
        <p:spPr>
          <a:xfrm>
            <a:off x="9411394" y="2044626"/>
            <a:ext cx="2010545" cy="737200"/>
          </a:xfrm>
          <a:prstGeom prst="rect">
            <a:avLst/>
          </a:prstGeom>
          <a:solidFill>
            <a:srgbClr val="4E444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Deep Gray</a:t>
            </a:r>
          </a:p>
          <a:p>
            <a:pPr algn="ctr"/>
            <a:r>
              <a:rPr lang="en-US" sz="1100">
                <a:solidFill>
                  <a:prstClr val="white"/>
                </a:solidFill>
              </a:rPr>
              <a:t>78.68.78</a:t>
            </a:r>
          </a:p>
          <a:p>
            <a:pPr algn="ctr"/>
            <a:r>
              <a:rPr lang="en-US" sz="1100">
                <a:solidFill>
                  <a:prstClr val="white"/>
                </a:solidFill>
              </a:rPr>
              <a:t>#4E444E</a:t>
            </a:r>
          </a:p>
        </p:txBody>
      </p:sp>
      <p:sp>
        <p:nvSpPr>
          <p:cNvPr id="34" name="Rectangle 33" descr="Lenovo brand color: Mid Red 2, hex code F26A52">
            <a:extLst>
              <a:ext uri="{FF2B5EF4-FFF2-40B4-BE49-F238E27FC236}">
                <a16:creationId xmlns:a16="http://schemas.microsoft.com/office/drawing/2014/main" id="{CB9E9AC8-71F0-4A41-A047-4960FF9A4761}"/>
              </a:ext>
            </a:extLst>
          </p:cNvPr>
          <p:cNvSpPr/>
          <p:nvPr/>
        </p:nvSpPr>
        <p:spPr>
          <a:xfrm>
            <a:off x="3175300" y="2834077"/>
            <a:ext cx="2010545" cy="737200"/>
          </a:xfrm>
          <a:prstGeom prst="rect">
            <a:avLst/>
          </a:prstGeom>
          <a:solidFill>
            <a:srgbClr val="F26A52"/>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Mid Red 2</a:t>
            </a:r>
          </a:p>
          <a:p>
            <a:pPr algn="ctr"/>
            <a:r>
              <a:rPr lang="en-US" sz="1100">
                <a:solidFill>
                  <a:schemeClr val="tx1"/>
                </a:solidFill>
              </a:rPr>
              <a:t>242.106.82</a:t>
            </a:r>
          </a:p>
          <a:p>
            <a:pPr algn="ctr"/>
            <a:r>
              <a:rPr lang="en-US" sz="1100">
                <a:solidFill>
                  <a:schemeClr val="tx1"/>
                </a:solidFill>
              </a:rPr>
              <a:t>#F26A52</a:t>
            </a:r>
          </a:p>
        </p:txBody>
      </p:sp>
      <p:sp>
        <p:nvSpPr>
          <p:cNvPr id="44" name="Rectangle 43" descr="Lenovo brand color: Mid Gray, hex code ABA8B1">
            <a:extLst>
              <a:ext uri="{FF2B5EF4-FFF2-40B4-BE49-F238E27FC236}">
                <a16:creationId xmlns:a16="http://schemas.microsoft.com/office/drawing/2014/main" id="{56098D28-5C87-43C1-98EA-26151A3DC081}"/>
              </a:ext>
            </a:extLst>
          </p:cNvPr>
          <p:cNvSpPr/>
          <p:nvPr/>
        </p:nvSpPr>
        <p:spPr>
          <a:xfrm>
            <a:off x="9411394" y="2834077"/>
            <a:ext cx="2010545" cy="737200"/>
          </a:xfrm>
          <a:prstGeom prst="rect">
            <a:avLst/>
          </a:prstGeom>
          <a:solidFill>
            <a:srgbClr val="ABA8B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Mid Gray</a:t>
            </a:r>
          </a:p>
          <a:p>
            <a:pPr algn="ctr"/>
            <a:r>
              <a:rPr lang="en-US" sz="1100">
                <a:solidFill>
                  <a:schemeClr val="tx1"/>
                </a:solidFill>
              </a:rPr>
              <a:t>171.168.177</a:t>
            </a:r>
          </a:p>
          <a:p>
            <a:pPr algn="ctr"/>
            <a:r>
              <a:rPr lang="en-US" sz="1100">
                <a:solidFill>
                  <a:schemeClr val="tx1"/>
                </a:solidFill>
              </a:rPr>
              <a:t>#ABA8B1</a:t>
            </a:r>
          </a:p>
        </p:txBody>
      </p:sp>
      <p:sp>
        <p:nvSpPr>
          <p:cNvPr id="35" name="Rectangle 34" descr="Lenovo brand color: Pale Red 1, hex code F0C7BF">
            <a:extLst>
              <a:ext uri="{FF2B5EF4-FFF2-40B4-BE49-F238E27FC236}">
                <a16:creationId xmlns:a16="http://schemas.microsoft.com/office/drawing/2014/main" id="{B600FA34-1B4E-4FAB-ADE4-FDB47EB05F98}"/>
              </a:ext>
            </a:extLst>
          </p:cNvPr>
          <p:cNvSpPr/>
          <p:nvPr/>
        </p:nvSpPr>
        <p:spPr>
          <a:xfrm>
            <a:off x="3175300" y="3623528"/>
            <a:ext cx="2010545" cy="737200"/>
          </a:xfrm>
          <a:prstGeom prst="rect">
            <a:avLst/>
          </a:prstGeom>
          <a:solidFill>
            <a:srgbClr val="F0C7BF"/>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Pale Red 1</a:t>
            </a:r>
          </a:p>
          <a:p>
            <a:pPr algn="ctr"/>
            <a:r>
              <a:rPr lang="en-US" sz="1100">
                <a:solidFill>
                  <a:schemeClr val="tx1"/>
                </a:solidFill>
              </a:rPr>
              <a:t>240.199.191</a:t>
            </a:r>
          </a:p>
          <a:p>
            <a:pPr algn="ctr"/>
            <a:r>
              <a:rPr lang="en-US" sz="1100">
                <a:solidFill>
                  <a:schemeClr val="tx1"/>
                </a:solidFill>
              </a:rPr>
              <a:t>#F0C7BF</a:t>
            </a:r>
          </a:p>
        </p:txBody>
      </p:sp>
      <p:sp>
        <p:nvSpPr>
          <p:cNvPr id="38" name="Rectangle 37" descr="Lenovo brand color: Pale Purple 1, hex code D9C1D8">
            <a:extLst>
              <a:ext uri="{FF2B5EF4-FFF2-40B4-BE49-F238E27FC236}">
                <a16:creationId xmlns:a16="http://schemas.microsoft.com/office/drawing/2014/main" id="{50DBE868-A0B7-461B-93DB-3534AABEB9DC}"/>
              </a:ext>
            </a:extLst>
          </p:cNvPr>
          <p:cNvSpPr/>
          <p:nvPr/>
        </p:nvSpPr>
        <p:spPr>
          <a:xfrm>
            <a:off x="5253998" y="3623528"/>
            <a:ext cx="2010545" cy="737200"/>
          </a:xfrm>
          <a:prstGeom prst="rect">
            <a:avLst/>
          </a:prstGeom>
          <a:solidFill>
            <a:srgbClr val="D9C1D8"/>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Pale Purple 1</a:t>
            </a:r>
          </a:p>
          <a:p>
            <a:pPr algn="ctr"/>
            <a:r>
              <a:rPr lang="en-US" sz="1100">
                <a:solidFill>
                  <a:schemeClr val="tx1"/>
                </a:solidFill>
              </a:rPr>
              <a:t>217.193. 216</a:t>
            </a:r>
          </a:p>
          <a:p>
            <a:pPr algn="ctr"/>
            <a:r>
              <a:rPr lang="en-US" sz="1100">
                <a:solidFill>
                  <a:schemeClr val="tx1"/>
                </a:solidFill>
              </a:rPr>
              <a:t>#D9C1D8</a:t>
            </a:r>
          </a:p>
        </p:txBody>
      </p:sp>
      <p:sp>
        <p:nvSpPr>
          <p:cNvPr id="41" name="Rectangle 40" descr="Lenovo brand color: Pale Blue 1, hex code C9D0F0">
            <a:extLst>
              <a:ext uri="{FF2B5EF4-FFF2-40B4-BE49-F238E27FC236}">
                <a16:creationId xmlns:a16="http://schemas.microsoft.com/office/drawing/2014/main" id="{3B92339F-0CE7-4C40-A8C0-51FEEA6FE686}"/>
              </a:ext>
            </a:extLst>
          </p:cNvPr>
          <p:cNvSpPr/>
          <p:nvPr/>
        </p:nvSpPr>
        <p:spPr>
          <a:xfrm>
            <a:off x="7332696" y="3623528"/>
            <a:ext cx="2010545" cy="737200"/>
          </a:xfrm>
          <a:prstGeom prst="rect">
            <a:avLst/>
          </a:prstGeom>
          <a:solidFill>
            <a:srgbClr val="C9D0F0"/>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Pale Blue 1</a:t>
            </a:r>
          </a:p>
          <a:p>
            <a:pPr algn="ctr"/>
            <a:r>
              <a:rPr lang="en-US" sz="1100">
                <a:solidFill>
                  <a:schemeClr val="tx1"/>
                </a:solidFill>
              </a:rPr>
              <a:t>201.208.240</a:t>
            </a:r>
          </a:p>
          <a:p>
            <a:pPr algn="ctr"/>
            <a:r>
              <a:rPr lang="en-US" sz="1100">
                <a:solidFill>
                  <a:schemeClr val="tx1"/>
                </a:solidFill>
              </a:rPr>
              <a:t>#C9D0F0</a:t>
            </a:r>
          </a:p>
        </p:txBody>
      </p:sp>
      <p:sp>
        <p:nvSpPr>
          <p:cNvPr id="45" name="Rectangle 44" descr="Lenovo brand color: Pale Gray, hex code E6E2E4">
            <a:extLst>
              <a:ext uri="{FF2B5EF4-FFF2-40B4-BE49-F238E27FC236}">
                <a16:creationId xmlns:a16="http://schemas.microsoft.com/office/drawing/2014/main" id="{50FF6D01-F971-497D-BAD4-7CE1DA3020DB}"/>
              </a:ext>
            </a:extLst>
          </p:cNvPr>
          <p:cNvSpPr/>
          <p:nvPr/>
        </p:nvSpPr>
        <p:spPr>
          <a:xfrm>
            <a:off x="9411394" y="3623528"/>
            <a:ext cx="2010545" cy="737200"/>
          </a:xfrm>
          <a:prstGeom prst="rect">
            <a:avLst/>
          </a:prstGeom>
          <a:solidFill>
            <a:srgbClr val="E6E2E4"/>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Pale Gray</a:t>
            </a:r>
          </a:p>
          <a:p>
            <a:pPr algn="ctr"/>
            <a:r>
              <a:rPr lang="en-US" sz="1100">
                <a:solidFill>
                  <a:schemeClr val="tx1"/>
                </a:solidFill>
              </a:rPr>
              <a:t>230.226.228</a:t>
            </a:r>
          </a:p>
          <a:p>
            <a:pPr algn="ctr"/>
            <a:r>
              <a:rPr lang="en-US" sz="1100">
                <a:solidFill>
                  <a:schemeClr val="tx1"/>
                </a:solidFill>
              </a:rPr>
              <a:t>#E6E2E4</a:t>
            </a:r>
          </a:p>
        </p:txBody>
      </p:sp>
      <p:sp>
        <p:nvSpPr>
          <p:cNvPr id="29" name="TextBox 28">
            <a:extLst>
              <a:ext uri="{FF2B5EF4-FFF2-40B4-BE49-F238E27FC236}">
                <a16:creationId xmlns:a16="http://schemas.microsoft.com/office/drawing/2014/main" id="{377CA125-BE91-4B9A-AC14-2D614A358304}"/>
              </a:ext>
            </a:extLst>
          </p:cNvPr>
          <p:cNvSpPr txBox="1"/>
          <p:nvPr/>
        </p:nvSpPr>
        <p:spPr>
          <a:xfrm>
            <a:off x="978946" y="5445609"/>
            <a:ext cx="2196353" cy="553998"/>
          </a:xfrm>
          <a:prstGeom prst="rect">
            <a:avLst/>
          </a:prstGeom>
          <a:noFill/>
        </p:spPr>
        <p:txBody>
          <a:bodyPr wrap="square" lIns="0" rtlCol="0">
            <a:spAutoFit/>
          </a:bodyPr>
          <a:lstStyle/>
          <a:p>
            <a:r>
              <a:rPr lang="en-US" sz="1000" spc="300">
                <a:solidFill>
                  <a:schemeClr val="bg1">
                    <a:lumMod val="50000"/>
                  </a:schemeClr>
                </a:solidFill>
                <a:latin typeface="Arial" pitchFamily="34" charset="0"/>
                <a:cs typeface="Arial" pitchFamily="34" charset="0"/>
              </a:rPr>
              <a:t>SMARTER </a:t>
            </a:r>
            <a:br>
              <a:rPr lang="en-US" sz="1000" spc="300">
                <a:solidFill>
                  <a:schemeClr val="bg1">
                    <a:lumMod val="50000"/>
                  </a:schemeClr>
                </a:solidFill>
                <a:latin typeface="Arial" pitchFamily="34" charset="0"/>
                <a:cs typeface="Arial" pitchFamily="34" charset="0"/>
              </a:rPr>
            </a:br>
            <a:r>
              <a:rPr lang="en-US" sz="1000" spc="300">
                <a:solidFill>
                  <a:schemeClr val="bg1">
                    <a:lumMod val="50000"/>
                  </a:schemeClr>
                </a:solidFill>
                <a:latin typeface="Arial" pitchFamily="34" charset="0"/>
                <a:cs typeface="Arial" pitchFamily="34" charset="0"/>
              </a:rPr>
              <a:t>&amp; LINEAR</a:t>
            </a:r>
          </a:p>
          <a:p>
            <a:r>
              <a:rPr lang="en-US" sz="1000" spc="300">
                <a:solidFill>
                  <a:schemeClr val="bg1">
                    <a:lumMod val="50000"/>
                  </a:schemeClr>
                </a:solidFill>
                <a:latin typeface="Arial" pitchFamily="34" charset="0"/>
                <a:cs typeface="Arial" pitchFamily="34" charset="0"/>
              </a:rPr>
              <a:t>GRADIENTS:</a:t>
            </a:r>
          </a:p>
        </p:txBody>
      </p:sp>
      <p:sp>
        <p:nvSpPr>
          <p:cNvPr id="6" name="Slide Number Placeholder 5">
            <a:extLst>
              <a:ext uri="{FF2B5EF4-FFF2-40B4-BE49-F238E27FC236}">
                <a16:creationId xmlns:a16="http://schemas.microsoft.com/office/drawing/2014/main" id="{0F3294EB-8F5E-BCBD-3B6F-157712A20D64}"/>
              </a:ext>
            </a:extLst>
          </p:cNvPr>
          <p:cNvSpPr>
            <a:spLocks noGrp="1"/>
          </p:cNvSpPr>
          <p:nvPr>
            <p:ph type="sldNum" sz="quarter" idx="10"/>
          </p:nvPr>
        </p:nvSpPr>
        <p:spPr/>
        <p:txBody>
          <a:bodyPr/>
          <a:lstStyle/>
          <a:p>
            <a:fld id="{6D22F896-40B5-4ADD-8801-0D06FADFA095}" type="slidenum">
              <a:rPr lang="en-US" smtClean="0"/>
              <a:pPr/>
              <a:t>26</a:t>
            </a:fld>
            <a:endParaRPr lang="en-US"/>
          </a:p>
        </p:txBody>
      </p:sp>
      <p:sp>
        <p:nvSpPr>
          <p:cNvPr id="17" name="TextBox 16">
            <a:extLst>
              <a:ext uri="{FF2B5EF4-FFF2-40B4-BE49-F238E27FC236}">
                <a16:creationId xmlns:a16="http://schemas.microsoft.com/office/drawing/2014/main" id="{F52704F4-66B4-F31E-8B4E-F959FB3299BA}"/>
              </a:ext>
            </a:extLst>
          </p:cNvPr>
          <p:cNvSpPr txBox="1"/>
          <p:nvPr/>
        </p:nvSpPr>
        <p:spPr>
          <a:xfrm>
            <a:off x="3175299" y="4889270"/>
            <a:ext cx="2408415" cy="246221"/>
          </a:xfrm>
          <a:prstGeom prst="rect">
            <a:avLst/>
          </a:prstGeom>
          <a:noFill/>
        </p:spPr>
        <p:txBody>
          <a:bodyPr wrap="square" lIns="0" rtlCol="0">
            <a:spAutoFit/>
          </a:bodyPr>
          <a:lstStyle/>
          <a:p>
            <a:r>
              <a:rPr lang="en-US" sz="1000" spc="300">
                <a:solidFill>
                  <a:schemeClr val="bg1">
                    <a:lumMod val="50000"/>
                  </a:schemeClr>
                </a:solidFill>
                <a:latin typeface="Arial" pitchFamily="34" charset="0"/>
                <a:cs typeface="Arial" pitchFamily="34" charset="0"/>
              </a:rPr>
              <a:t>SMARTER</a:t>
            </a:r>
          </a:p>
        </p:txBody>
      </p:sp>
      <p:sp>
        <p:nvSpPr>
          <p:cNvPr id="18" name="TextBox 17">
            <a:extLst>
              <a:ext uri="{FF2B5EF4-FFF2-40B4-BE49-F238E27FC236}">
                <a16:creationId xmlns:a16="http://schemas.microsoft.com/office/drawing/2014/main" id="{1C875524-F0DA-F410-A4F9-D3B94479C177}"/>
              </a:ext>
            </a:extLst>
          </p:cNvPr>
          <p:cNvSpPr txBox="1"/>
          <p:nvPr/>
        </p:nvSpPr>
        <p:spPr>
          <a:xfrm>
            <a:off x="3175299" y="6472403"/>
            <a:ext cx="2408415" cy="246221"/>
          </a:xfrm>
          <a:prstGeom prst="rect">
            <a:avLst/>
          </a:prstGeom>
          <a:noFill/>
        </p:spPr>
        <p:txBody>
          <a:bodyPr wrap="square" lIns="0" rtlCol="0">
            <a:spAutoFit/>
          </a:bodyPr>
          <a:lstStyle/>
          <a:p>
            <a:r>
              <a:rPr lang="en-US" sz="1000" spc="300">
                <a:solidFill>
                  <a:schemeClr val="bg1">
                    <a:lumMod val="50000"/>
                  </a:schemeClr>
                </a:solidFill>
                <a:latin typeface="Arial" pitchFamily="34" charset="0"/>
                <a:cs typeface="Arial" pitchFamily="34" charset="0"/>
              </a:rPr>
              <a:t>LINEAR</a:t>
            </a:r>
          </a:p>
        </p:txBody>
      </p:sp>
      <p:grpSp>
        <p:nvGrpSpPr>
          <p:cNvPr id="21" name="Group 20">
            <a:extLst>
              <a:ext uri="{FF2B5EF4-FFF2-40B4-BE49-F238E27FC236}">
                <a16:creationId xmlns:a16="http://schemas.microsoft.com/office/drawing/2014/main" id="{98C0E8FA-C2BF-BACE-EE8F-C26CD1232711}"/>
              </a:ext>
            </a:extLst>
          </p:cNvPr>
          <p:cNvGrpSpPr/>
          <p:nvPr/>
        </p:nvGrpSpPr>
        <p:grpSpPr>
          <a:xfrm>
            <a:off x="3175300" y="5814087"/>
            <a:ext cx="8246638" cy="596354"/>
            <a:chOff x="3175300" y="5865406"/>
            <a:chExt cx="8246638" cy="596354"/>
          </a:xfrm>
        </p:grpSpPr>
        <p:sp>
          <p:nvSpPr>
            <p:cNvPr id="2" name="Rectangle 1">
              <a:extLst>
                <a:ext uri="{FF2B5EF4-FFF2-40B4-BE49-F238E27FC236}">
                  <a16:creationId xmlns:a16="http://schemas.microsoft.com/office/drawing/2014/main" id="{8A275B18-35F8-A718-0FAD-4F1A4DE9E640}"/>
                </a:ext>
              </a:extLst>
            </p:cNvPr>
            <p:cNvSpPr/>
            <p:nvPr/>
          </p:nvSpPr>
          <p:spPr>
            <a:xfrm>
              <a:off x="4215840" y="5865406"/>
              <a:ext cx="970005" cy="596354"/>
            </a:xfrm>
            <a:prstGeom prst="rect">
              <a:avLst/>
            </a:prstGeom>
            <a:gradFill>
              <a:gsLst>
                <a:gs pos="90000">
                  <a:srgbClr val="64131E"/>
                </a:gs>
                <a:gs pos="8000">
                  <a:srgbClr val="B8252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 name="Rectangle 2">
              <a:extLst>
                <a:ext uri="{FF2B5EF4-FFF2-40B4-BE49-F238E27FC236}">
                  <a16:creationId xmlns:a16="http://schemas.microsoft.com/office/drawing/2014/main" id="{BECA4E9F-4D21-4A9E-91FA-B8210ECF6100}"/>
                </a:ext>
              </a:extLst>
            </p:cNvPr>
            <p:cNvSpPr/>
            <p:nvPr/>
          </p:nvSpPr>
          <p:spPr>
            <a:xfrm>
              <a:off x="3175300" y="5865406"/>
              <a:ext cx="970005" cy="596354"/>
            </a:xfrm>
            <a:prstGeom prst="rect">
              <a:avLst/>
            </a:prstGeom>
            <a:gradFill>
              <a:gsLst>
                <a:gs pos="8000">
                  <a:schemeClr val="accent2">
                    <a:lumMod val="75000"/>
                  </a:schemeClr>
                </a:gs>
                <a:gs pos="90000">
                  <a:schemeClr val="accent2">
                    <a:lumMod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9" name="Rectangle 8">
              <a:extLst>
                <a:ext uri="{FF2B5EF4-FFF2-40B4-BE49-F238E27FC236}">
                  <a16:creationId xmlns:a16="http://schemas.microsoft.com/office/drawing/2014/main" id="{884DE9EF-318D-3121-8712-BA68B88BF1BB}"/>
                </a:ext>
              </a:extLst>
            </p:cNvPr>
            <p:cNvSpPr/>
            <p:nvPr/>
          </p:nvSpPr>
          <p:spPr>
            <a:xfrm>
              <a:off x="6294537" y="5865406"/>
              <a:ext cx="970005" cy="596354"/>
            </a:xfrm>
            <a:prstGeom prst="rect">
              <a:avLst/>
            </a:prstGeom>
            <a:gradFill>
              <a:gsLst>
                <a:gs pos="90000">
                  <a:srgbClr val="4D144A"/>
                </a:gs>
                <a:gs pos="8000">
                  <a:srgbClr val="7A126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 name="Rectangle 9">
              <a:extLst>
                <a:ext uri="{FF2B5EF4-FFF2-40B4-BE49-F238E27FC236}">
                  <a16:creationId xmlns:a16="http://schemas.microsoft.com/office/drawing/2014/main" id="{05C87FBF-A5A1-ABE8-BBA9-14D51687D0B8}"/>
                </a:ext>
              </a:extLst>
            </p:cNvPr>
            <p:cNvSpPr/>
            <p:nvPr/>
          </p:nvSpPr>
          <p:spPr>
            <a:xfrm>
              <a:off x="5253997" y="5865406"/>
              <a:ext cx="970005" cy="596354"/>
            </a:xfrm>
            <a:prstGeom prst="rect">
              <a:avLst/>
            </a:prstGeom>
            <a:gradFill>
              <a:gsLst>
                <a:gs pos="90000">
                  <a:srgbClr val="11184F"/>
                </a:gs>
                <a:gs pos="8000">
                  <a:srgbClr val="294E9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 name="Rectangle 11">
              <a:extLst>
                <a:ext uri="{FF2B5EF4-FFF2-40B4-BE49-F238E27FC236}">
                  <a16:creationId xmlns:a16="http://schemas.microsoft.com/office/drawing/2014/main" id="{AECB2E16-176A-FA8E-1979-A5568B899813}"/>
                </a:ext>
              </a:extLst>
            </p:cNvPr>
            <p:cNvSpPr/>
            <p:nvPr/>
          </p:nvSpPr>
          <p:spPr>
            <a:xfrm>
              <a:off x="8373236" y="5865406"/>
              <a:ext cx="970005" cy="596354"/>
            </a:xfrm>
            <a:prstGeom prst="rect">
              <a:avLst/>
            </a:prstGeom>
            <a:gradFill>
              <a:gsLst>
                <a:gs pos="90000">
                  <a:srgbClr val="F0C7BF"/>
                </a:gs>
                <a:gs pos="8000">
                  <a:srgbClr val="FAECEB"/>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 name="Rectangle 12">
              <a:extLst>
                <a:ext uri="{FF2B5EF4-FFF2-40B4-BE49-F238E27FC236}">
                  <a16:creationId xmlns:a16="http://schemas.microsoft.com/office/drawing/2014/main" id="{37E333EB-19C9-1FF9-F5C5-CB15EA9C0CDD}"/>
                </a:ext>
              </a:extLst>
            </p:cNvPr>
            <p:cNvSpPr/>
            <p:nvPr/>
          </p:nvSpPr>
          <p:spPr>
            <a:xfrm>
              <a:off x="7332696" y="5865406"/>
              <a:ext cx="970005" cy="596354"/>
            </a:xfrm>
            <a:prstGeom prst="rect">
              <a:avLst/>
            </a:prstGeom>
            <a:gradFill>
              <a:gsLst>
                <a:gs pos="90000">
                  <a:srgbClr val="FFB9A2"/>
                </a:gs>
                <a:gs pos="8000">
                  <a:srgbClr val="F0C7B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5" name="Rectangle 14">
              <a:extLst>
                <a:ext uri="{FF2B5EF4-FFF2-40B4-BE49-F238E27FC236}">
                  <a16:creationId xmlns:a16="http://schemas.microsoft.com/office/drawing/2014/main" id="{4DB10430-5BDC-425F-6054-AE1585963D46}"/>
                </a:ext>
              </a:extLst>
            </p:cNvPr>
            <p:cNvSpPr/>
            <p:nvPr/>
          </p:nvSpPr>
          <p:spPr>
            <a:xfrm>
              <a:off x="10451933" y="5865406"/>
              <a:ext cx="970005" cy="596354"/>
            </a:xfrm>
            <a:prstGeom prst="rect">
              <a:avLst/>
            </a:prstGeom>
            <a:gradFill>
              <a:gsLst>
                <a:gs pos="90000">
                  <a:srgbClr val="D9C1D8"/>
                </a:gs>
                <a:gs pos="8000">
                  <a:srgbClr val="F1E1ED"/>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6" name="Rectangle 15">
              <a:extLst>
                <a:ext uri="{FF2B5EF4-FFF2-40B4-BE49-F238E27FC236}">
                  <a16:creationId xmlns:a16="http://schemas.microsoft.com/office/drawing/2014/main" id="{C76093E7-111A-CB8B-0801-BEFD5AC8C20C}"/>
                </a:ext>
              </a:extLst>
            </p:cNvPr>
            <p:cNvSpPr/>
            <p:nvPr/>
          </p:nvSpPr>
          <p:spPr>
            <a:xfrm>
              <a:off x="9411393" y="5865406"/>
              <a:ext cx="970005" cy="596354"/>
            </a:xfrm>
            <a:prstGeom prst="rect">
              <a:avLst/>
            </a:prstGeom>
            <a:gradFill>
              <a:gsLst>
                <a:gs pos="90000">
                  <a:srgbClr val="C9D0F0"/>
                </a:gs>
                <a:gs pos="8000">
                  <a:srgbClr val="EAEEF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sp>
        <p:nvSpPr>
          <p:cNvPr id="25" name="Rectangle 24" descr="Lenovo deep smarter gradient, &quot;Passion&quot; combines deep reds and purples">
            <a:extLst>
              <a:ext uri="{FF2B5EF4-FFF2-40B4-BE49-F238E27FC236}">
                <a16:creationId xmlns:a16="http://schemas.microsoft.com/office/drawing/2014/main" id="{51F86C8A-0E7D-44BE-B7C0-2544B5C12F24}"/>
              </a:ext>
            </a:extLst>
          </p:cNvPr>
          <p:cNvSpPr/>
          <p:nvPr/>
        </p:nvSpPr>
        <p:spPr>
          <a:xfrm>
            <a:off x="5927861" y="5154030"/>
            <a:ext cx="1336681" cy="596354"/>
          </a:xfrm>
          <a:prstGeom prst="rect">
            <a:avLst/>
          </a:prstGeom>
          <a:gradFill>
            <a:gsLst>
              <a:gs pos="45000">
                <a:srgbClr val="310012"/>
              </a:gs>
              <a:gs pos="0">
                <a:srgbClr val="64131E"/>
              </a:gs>
              <a:gs pos="84000">
                <a:srgbClr val="4C1451"/>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Knowledge</a:t>
            </a:r>
          </a:p>
        </p:txBody>
      </p:sp>
      <p:sp>
        <p:nvSpPr>
          <p:cNvPr id="26" name="Rectangle 25" descr="Lenovo deep smarter gradient, &quot;Ambition&quot; combines deep reds, purples and deep blue">
            <a:extLst>
              <a:ext uri="{FF2B5EF4-FFF2-40B4-BE49-F238E27FC236}">
                <a16:creationId xmlns:a16="http://schemas.microsoft.com/office/drawing/2014/main" id="{2B470309-6D44-48C4-AF69-A5B22879C865}"/>
              </a:ext>
            </a:extLst>
          </p:cNvPr>
          <p:cNvSpPr/>
          <p:nvPr/>
        </p:nvSpPr>
        <p:spPr>
          <a:xfrm>
            <a:off x="4551580" y="5154030"/>
            <a:ext cx="1336681" cy="596354"/>
          </a:xfrm>
          <a:prstGeom prst="rect">
            <a:avLst/>
          </a:prstGeom>
          <a:gradFill flip="none" rotWithShape="1">
            <a:gsLst>
              <a:gs pos="59000">
                <a:srgbClr val="48164C"/>
              </a:gs>
              <a:gs pos="38000">
                <a:srgbClr val="321549"/>
              </a:gs>
              <a:gs pos="93000">
                <a:srgbClr val="6B111C"/>
              </a:gs>
              <a:gs pos="0">
                <a:srgbClr val="0D174D"/>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Ambition</a:t>
            </a:r>
          </a:p>
        </p:txBody>
      </p:sp>
      <p:sp>
        <p:nvSpPr>
          <p:cNvPr id="27" name="Rectangle 26" descr="Lenovo pale smarter gradient, &quot;Curious&quot; combines pale reds, purples and blue">
            <a:extLst>
              <a:ext uri="{FF2B5EF4-FFF2-40B4-BE49-F238E27FC236}">
                <a16:creationId xmlns:a16="http://schemas.microsoft.com/office/drawing/2014/main" id="{34B8D682-E77E-44EB-95AE-49578097D381}"/>
              </a:ext>
            </a:extLst>
          </p:cNvPr>
          <p:cNvSpPr/>
          <p:nvPr/>
        </p:nvSpPr>
        <p:spPr>
          <a:xfrm>
            <a:off x="7321274" y="5154030"/>
            <a:ext cx="1336681" cy="596354"/>
          </a:xfrm>
          <a:prstGeom prst="rect">
            <a:avLst/>
          </a:prstGeom>
          <a:gradFill flip="none" rotWithShape="1">
            <a:gsLst>
              <a:gs pos="96000">
                <a:srgbClr val="E5B2B6"/>
              </a:gs>
              <a:gs pos="4000">
                <a:srgbClr val="6583B5"/>
              </a:gs>
              <a:gs pos="52000">
                <a:srgbClr val="C69BC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Curious</a:t>
            </a:r>
          </a:p>
        </p:txBody>
      </p:sp>
      <p:sp>
        <p:nvSpPr>
          <p:cNvPr id="28" name="Rectangle 27" descr="Lenovo pale smarter gradient, &quot;Wonder&quot; combines pale reds, purples and blue">
            <a:extLst>
              <a:ext uri="{FF2B5EF4-FFF2-40B4-BE49-F238E27FC236}">
                <a16:creationId xmlns:a16="http://schemas.microsoft.com/office/drawing/2014/main" id="{599FEC79-5CFA-46CA-AFF8-3FECF5FBB6BE}"/>
              </a:ext>
            </a:extLst>
          </p:cNvPr>
          <p:cNvSpPr/>
          <p:nvPr/>
        </p:nvSpPr>
        <p:spPr>
          <a:xfrm>
            <a:off x="8703265" y="5154030"/>
            <a:ext cx="1336681" cy="596354"/>
          </a:xfrm>
          <a:prstGeom prst="rect">
            <a:avLst/>
          </a:prstGeom>
          <a:gradFill>
            <a:gsLst>
              <a:gs pos="100000">
                <a:srgbClr val="F5A598"/>
              </a:gs>
              <a:gs pos="47000">
                <a:srgbClr val="D2ADC9"/>
              </a:gs>
              <a:gs pos="77000">
                <a:srgbClr val="E6BDC1"/>
              </a:gs>
              <a:gs pos="9000">
                <a:srgbClr val="A7B6D3"/>
              </a:gs>
            </a:gsLst>
            <a:lin ang="135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Wonder</a:t>
            </a:r>
          </a:p>
        </p:txBody>
      </p:sp>
      <p:sp>
        <p:nvSpPr>
          <p:cNvPr id="7" name="Rectangle 6" descr="Lenovo deep smarter gradient, &quot;Passion&quot; combines deep reds and purples">
            <a:extLst>
              <a:ext uri="{FF2B5EF4-FFF2-40B4-BE49-F238E27FC236}">
                <a16:creationId xmlns:a16="http://schemas.microsoft.com/office/drawing/2014/main" id="{94F8B3B0-8952-4C84-84EC-EDDA7F61AAD9}"/>
              </a:ext>
            </a:extLst>
          </p:cNvPr>
          <p:cNvSpPr/>
          <p:nvPr/>
        </p:nvSpPr>
        <p:spPr>
          <a:xfrm>
            <a:off x="3175299" y="5154030"/>
            <a:ext cx="1336681" cy="596354"/>
          </a:xfrm>
          <a:prstGeom prst="rect">
            <a:avLst/>
          </a:prstGeom>
          <a:gradFill>
            <a:gsLst>
              <a:gs pos="100000">
                <a:srgbClr val="391262"/>
              </a:gs>
              <a:gs pos="26000">
                <a:srgbClr val="64131E"/>
              </a:gs>
              <a:gs pos="0">
                <a:srgbClr val="831B22"/>
              </a:gs>
              <a:gs pos="66000">
                <a:srgbClr val="4D144A"/>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prstClr val="white"/>
                </a:solidFill>
              </a:rPr>
              <a:t>Passion</a:t>
            </a:r>
          </a:p>
        </p:txBody>
      </p:sp>
      <p:sp>
        <p:nvSpPr>
          <p:cNvPr id="53" name="Rectangle 52" descr="Lenovo pale smarter gradient, &quot;Wonder&quot; combines pale reds, purples and blue">
            <a:extLst>
              <a:ext uri="{FF2B5EF4-FFF2-40B4-BE49-F238E27FC236}">
                <a16:creationId xmlns:a16="http://schemas.microsoft.com/office/drawing/2014/main" id="{A8206FDE-319C-8F14-E4A5-B1CCF19E52D7}"/>
              </a:ext>
            </a:extLst>
          </p:cNvPr>
          <p:cNvSpPr/>
          <p:nvPr/>
        </p:nvSpPr>
        <p:spPr>
          <a:xfrm>
            <a:off x="10085256" y="5154030"/>
            <a:ext cx="1336681" cy="596354"/>
          </a:xfrm>
          <a:prstGeom prst="rect">
            <a:avLst/>
          </a:prstGeom>
          <a:gradFill>
            <a:gsLst>
              <a:gs pos="21000">
                <a:srgbClr val="FBD3CC">
                  <a:lumMod val="55000"/>
                  <a:lumOff val="45000"/>
                </a:srgbClr>
              </a:gs>
              <a:gs pos="0">
                <a:srgbClr val="FEF2E8">
                  <a:lumMod val="80000"/>
                  <a:lumOff val="20000"/>
                </a:srgbClr>
              </a:gs>
              <a:gs pos="65000">
                <a:srgbClr val="F5EAF3"/>
              </a:gs>
              <a:gs pos="50000">
                <a:srgbClr val="FAF3F8">
                  <a:lumMod val="97000"/>
                </a:srgbClr>
              </a:gs>
              <a:gs pos="95000">
                <a:srgbClr val="A7B6D3">
                  <a:lumMod val="60000"/>
                  <a:lumOff val="40000"/>
                </a:srgb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1200" b="1">
                <a:solidFill>
                  <a:schemeClr val="tx1"/>
                </a:solidFill>
              </a:rPr>
              <a:t>Creative</a:t>
            </a:r>
          </a:p>
        </p:txBody>
      </p:sp>
      <p:cxnSp>
        <p:nvCxnSpPr>
          <p:cNvPr id="55" name="Straight Connector 54">
            <a:extLst>
              <a:ext uri="{FF2B5EF4-FFF2-40B4-BE49-F238E27FC236}">
                <a16:creationId xmlns:a16="http://schemas.microsoft.com/office/drawing/2014/main" id="{7A42EA09-A715-3434-3BBC-FA89AD20892D}"/>
              </a:ext>
            </a:extLst>
          </p:cNvPr>
          <p:cNvCxnSpPr>
            <a:cxnSpLocks/>
          </p:cNvCxnSpPr>
          <p:nvPr/>
        </p:nvCxnSpPr>
        <p:spPr>
          <a:xfrm>
            <a:off x="760412" y="4742096"/>
            <a:ext cx="10671048" cy="0"/>
          </a:xfrm>
          <a:prstGeom prst="line">
            <a:avLst/>
          </a:prstGeom>
          <a:ln w="12700">
            <a:solidFill>
              <a:schemeClr val="bg1">
                <a:lumMod val="8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913362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8BB58-F12F-4CA2-83E1-74E85AE73D2C}"/>
              </a:ext>
            </a:extLst>
          </p:cNvPr>
          <p:cNvSpPr>
            <a:spLocks noGrp="1"/>
          </p:cNvSpPr>
          <p:nvPr>
            <p:ph type="title"/>
          </p:nvPr>
        </p:nvSpPr>
        <p:spPr/>
        <p:txBody>
          <a:bodyPr/>
          <a:lstStyle/>
          <a:p>
            <a:r>
              <a:rPr lang="en-US" dirty="0"/>
              <a:t>Colors for light slides</a:t>
            </a:r>
          </a:p>
        </p:txBody>
      </p:sp>
      <p:sp>
        <p:nvSpPr>
          <p:cNvPr id="22" name="Rectangle 21" descr="Purple containing box with the words: Use deep and bold colors that contrast with the white background">
            <a:extLst>
              <a:ext uri="{FF2B5EF4-FFF2-40B4-BE49-F238E27FC236}">
                <a16:creationId xmlns:a16="http://schemas.microsoft.com/office/drawing/2014/main" id="{4829435B-1564-42B5-BB71-E2A6EA183641}"/>
              </a:ext>
              <a:ext uri="{C183D7F6-B498-43B3-948B-1728B52AA6E4}">
                <adec:decorative xmlns:adec="http://schemas.microsoft.com/office/drawing/2017/decorative" val="0"/>
              </a:ext>
            </a:extLst>
          </p:cNvPr>
          <p:cNvSpPr/>
          <p:nvPr/>
        </p:nvSpPr>
        <p:spPr>
          <a:xfrm>
            <a:off x="760412" y="2100960"/>
            <a:ext cx="5214599" cy="1385202"/>
          </a:xfrm>
          <a:prstGeom prst="rect">
            <a:avLst/>
          </a:prstGeom>
          <a:solidFill>
            <a:srgbClr val="9F2999"/>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2000"/>
              <a:t>Use deep and bold colors that contrast with the white background</a:t>
            </a:r>
          </a:p>
        </p:txBody>
      </p:sp>
      <p:sp>
        <p:nvSpPr>
          <p:cNvPr id="31" name="Rectangle 30" descr="Black containing box with the words: Avoid the paler tones that do not allow enough contrast with the white background">
            <a:extLst>
              <a:ext uri="{FF2B5EF4-FFF2-40B4-BE49-F238E27FC236}">
                <a16:creationId xmlns:a16="http://schemas.microsoft.com/office/drawing/2014/main" id="{F83651B2-F4E3-4616-A0CF-99D4988E0D49}"/>
              </a:ext>
              <a:ext uri="{C183D7F6-B498-43B3-948B-1728B52AA6E4}">
                <adec:decorative xmlns:adec="http://schemas.microsoft.com/office/drawing/2017/decorative" val="0"/>
              </a:ext>
            </a:extLst>
          </p:cNvPr>
          <p:cNvSpPr/>
          <p:nvPr/>
        </p:nvSpPr>
        <p:spPr>
          <a:xfrm>
            <a:off x="760412" y="3655449"/>
            <a:ext cx="5214599" cy="138520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2000"/>
              <a:t>Avoid the paler tones that do not allow enough contrast with the white background</a:t>
            </a:r>
          </a:p>
        </p:txBody>
      </p:sp>
      <p:sp>
        <p:nvSpPr>
          <p:cNvPr id="3" name="Slide Number Placeholder 2">
            <a:extLst>
              <a:ext uri="{FF2B5EF4-FFF2-40B4-BE49-F238E27FC236}">
                <a16:creationId xmlns:a16="http://schemas.microsoft.com/office/drawing/2014/main" id="{B4EA0391-D037-56DB-F8B0-244A64506CE9}"/>
              </a:ext>
            </a:extLst>
          </p:cNvPr>
          <p:cNvSpPr>
            <a:spLocks noGrp="1"/>
          </p:cNvSpPr>
          <p:nvPr>
            <p:ph type="sldNum" sz="quarter" idx="10"/>
          </p:nvPr>
        </p:nvSpPr>
        <p:spPr/>
        <p:txBody>
          <a:bodyPr/>
          <a:lstStyle/>
          <a:p>
            <a:fld id="{6D22F896-40B5-4ADD-8801-0D06FADFA095}" type="slidenum">
              <a:rPr lang="en-US" smtClean="0"/>
              <a:pPr/>
              <a:t>27</a:t>
            </a:fld>
            <a:endParaRPr lang="en-US"/>
          </a:p>
        </p:txBody>
      </p:sp>
      <p:grpSp>
        <p:nvGrpSpPr>
          <p:cNvPr id="168" name="Group 167" descr="Lenovo theme colors that should not be used on a light background.">
            <a:extLst>
              <a:ext uri="{FF2B5EF4-FFF2-40B4-BE49-F238E27FC236}">
                <a16:creationId xmlns:a16="http://schemas.microsoft.com/office/drawing/2014/main" id="{9A5C30BD-B821-8467-6699-0BE276F92125}"/>
              </a:ext>
            </a:extLst>
          </p:cNvPr>
          <p:cNvGrpSpPr/>
          <p:nvPr/>
        </p:nvGrpSpPr>
        <p:grpSpPr>
          <a:xfrm>
            <a:off x="6347012" y="1694194"/>
            <a:ext cx="4948517" cy="3753223"/>
            <a:chOff x="6347012" y="1954306"/>
            <a:chExt cx="4948517" cy="3753223"/>
          </a:xfrm>
        </p:grpSpPr>
        <p:grpSp>
          <p:nvGrpSpPr>
            <p:cNvPr id="114" name="Group 113">
              <a:extLst>
                <a:ext uri="{FF2B5EF4-FFF2-40B4-BE49-F238E27FC236}">
                  <a16:creationId xmlns:a16="http://schemas.microsoft.com/office/drawing/2014/main" id="{2E5547B2-5B5D-7CF4-9B60-C9522BC584C0}"/>
                </a:ext>
              </a:extLst>
            </p:cNvPr>
            <p:cNvGrpSpPr/>
            <p:nvPr/>
          </p:nvGrpSpPr>
          <p:grpSpPr>
            <a:xfrm>
              <a:off x="6640365" y="3549216"/>
              <a:ext cx="339254" cy="1693254"/>
              <a:chOff x="6915765" y="3573780"/>
              <a:chExt cx="304800" cy="1521289"/>
            </a:xfrm>
          </p:grpSpPr>
          <p:sp>
            <p:nvSpPr>
              <p:cNvPr id="11" name="Rectangle 10">
                <a:extLst>
                  <a:ext uri="{FF2B5EF4-FFF2-40B4-BE49-F238E27FC236}">
                    <a16:creationId xmlns:a16="http://schemas.microsoft.com/office/drawing/2014/main" id="{0F55FF79-2428-095A-95E2-7D2E559C39F9}"/>
                  </a:ext>
                </a:extLst>
              </p:cNvPr>
              <p:cNvSpPr/>
              <p:nvPr/>
            </p:nvSpPr>
            <p:spPr>
              <a:xfrm>
                <a:off x="6915765" y="3573780"/>
                <a:ext cx="304800" cy="30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 name="Rectangle 11">
                <a:extLst>
                  <a:ext uri="{FF2B5EF4-FFF2-40B4-BE49-F238E27FC236}">
                    <a16:creationId xmlns:a16="http://schemas.microsoft.com/office/drawing/2014/main" id="{8CE23CEE-AC02-5680-B416-EE6AF838F1BA}"/>
                  </a:ext>
                </a:extLst>
              </p:cNvPr>
              <p:cNvSpPr/>
              <p:nvPr/>
            </p:nvSpPr>
            <p:spPr>
              <a:xfrm>
                <a:off x="6915765" y="3878580"/>
                <a:ext cx="304800" cy="304800"/>
              </a:xfrm>
              <a:prstGeom prst="rect">
                <a:avLst/>
              </a:prstGeom>
              <a:solidFill>
                <a:schemeClr val="bg1">
                  <a:lumMod val="8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 name="Rectangle 12">
                <a:extLst>
                  <a:ext uri="{FF2B5EF4-FFF2-40B4-BE49-F238E27FC236}">
                    <a16:creationId xmlns:a16="http://schemas.microsoft.com/office/drawing/2014/main" id="{D57BDF1A-43DA-003B-D439-ADD383EC31EA}"/>
                  </a:ext>
                </a:extLst>
              </p:cNvPr>
              <p:cNvSpPr/>
              <p:nvPr/>
            </p:nvSpPr>
            <p:spPr>
              <a:xfrm>
                <a:off x="6915765" y="4183380"/>
                <a:ext cx="304800" cy="304800"/>
              </a:xfrm>
              <a:prstGeom prst="rect">
                <a:avLst/>
              </a:prstGeom>
              <a:solidFill>
                <a:schemeClr val="bg1">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4" name="Rectangle 13">
                <a:extLst>
                  <a:ext uri="{FF2B5EF4-FFF2-40B4-BE49-F238E27FC236}">
                    <a16:creationId xmlns:a16="http://schemas.microsoft.com/office/drawing/2014/main" id="{ABA6A4F4-1CDB-55BD-DD30-74E4F87357E1}"/>
                  </a:ext>
                </a:extLst>
              </p:cNvPr>
              <p:cNvSpPr/>
              <p:nvPr/>
            </p:nvSpPr>
            <p:spPr>
              <a:xfrm>
                <a:off x="6915765" y="4485469"/>
                <a:ext cx="304800" cy="304800"/>
              </a:xfrm>
              <a:prstGeom prst="rect">
                <a:avLst/>
              </a:prstGeom>
              <a:solidFill>
                <a:schemeClr val="bg1">
                  <a:lumMod val="6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5" name="Rectangle 14">
                <a:extLst>
                  <a:ext uri="{FF2B5EF4-FFF2-40B4-BE49-F238E27FC236}">
                    <a16:creationId xmlns:a16="http://schemas.microsoft.com/office/drawing/2014/main" id="{0C496203-3535-1140-6C0D-58FEC2D2474F}"/>
                  </a:ext>
                </a:extLst>
              </p:cNvPr>
              <p:cNvSpPr/>
              <p:nvPr/>
            </p:nvSpPr>
            <p:spPr>
              <a:xfrm>
                <a:off x="6915765" y="4790269"/>
                <a:ext cx="304800" cy="304800"/>
              </a:xfrm>
              <a:prstGeom prst="rect">
                <a:avLst/>
              </a:prstGeom>
              <a:solidFill>
                <a:schemeClr val="bg1">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15" name="Group 114">
              <a:extLst>
                <a:ext uri="{FF2B5EF4-FFF2-40B4-BE49-F238E27FC236}">
                  <a16:creationId xmlns:a16="http://schemas.microsoft.com/office/drawing/2014/main" id="{B29E317A-AA76-CE99-D6FC-B8149D09CA29}"/>
                </a:ext>
              </a:extLst>
            </p:cNvPr>
            <p:cNvGrpSpPr/>
            <p:nvPr/>
          </p:nvGrpSpPr>
          <p:grpSpPr>
            <a:xfrm>
              <a:off x="7087316" y="3549216"/>
              <a:ext cx="339254" cy="1696271"/>
              <a:chOff x="7310100" y="3573780"/>
              <a:chExt cx="304800" cy="1524000"/>
            </a:xfrm>
          </p:grpSpPr>
          <p:sp>
            <p:nvSpPr>
              <p:cNvPr id="16" name="Rectangle 15">
                <a:extLst>
                  <a:ext uri="{FF2B5EF4-FFF2-40B4-BE49-F238E27FC236}">
                    <a16:creationId xmlns:a16="http://schemas.microsoft.com/office/drawing/2014/main" id="{4B5E9F57-734D-5F37-334C-88A0743144D7}"/>
                  </a:ext>
                </a:extLst>
              </p:cNvPr>
              <p:cNvSpPr/>
              <p:nvPr/>
            </p:nvSpPr>
            <p:spPr>
              <a:xfrm>
                <a:off x="7310100" y="3573780"/>
                <a:ext cx="304800" cy="304800"/>
              </a:xfrm>
              <a:prstGeom prst="rect">
                <a:avLst/>
              </a:prstGeom>
              <a:solidFill>
                <a:schemeClr val="tx1">
                  <a:lumMod val="50000"/>
                  <a:lumOff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7" name="Rectangle 16">
                <a:extLst>
                  <a:ext uri="{FF2B5EF4-FFF2-40B4-BE49-F238E27FC236}">
                    <a16:creationId xmlns:a16="http://schemas.microsoft.com/office/drawing/2014/main" id="{BB27FF1E-163D-626B-C619-EA6BC243E05F}"/>
                  </a:ext>
                </a:extLst>
              </p:cNvPr>
              <p:cNvSpPr/>
              <p:nvPr/>
            </p:nvSpPr>
            <p:spPr>
              <a:xfrm>
                <a:off x="7310100" y="3878580"/>
                <a:ext cx="304800" cy="304800"/>
              </a:xfrm>
              <a:prstGeom prst="rect">
                <a:avLst/>
              </a:prstGeom>
              <a:solidFill>
                <a:schemeClr val="tx1">
                  <a:lumMod val="65000"/>
                  <a:lumOff val="3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8" name="Rectangle 17">
                <a:extLst>
                  <a:ext uri="{FF2B5EF4-FFF2-40B4-BE49-F238E27FC236}">
                    <a16:creationId xmlns:a16="http://schemas.microsoft.com/office/drawing/2014/main" id="{E7037247-F8E9-5B80-C493-1D561F29516E}"/>
                  </a:ext>
                </a:extLst>
              </p:cNvPr>
              <p:cNvSpPr/>
              <p:nvPr/>
            </p:nvSpPr>
            <p:spPr>
              <a:xfrm>
                <a:off x="7310100" y="4183380"/>
                <a:ext cx="304800" cy="304800"/>
              </a:xfrm>
              <a:prstGeom prst="rect">
                <a:avLst/>
              </a:prstGeom>
              <a:solidFill>
                <a:schemeClr val="tx1">
                  <a:lumMod val="75000"/>
                  <a:lumOff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9" name="Rectangle 18">
                <a:extLst>
                  <a:ext uri="{FF2B5EF4-FFF2-40B4-BE49-F238E27FC236}">
                    <a16:creationId xmlns:a16="http://schemas.microsoft.com/office/drawing/2014/main" id="{C99621DC-4D99-D925-307D-4406C55568A3}"/>
                  </a:ext>
                </a:extLst>
              </p:cNvPr>
              <p:cNvSpPr/>
              <p:nvPr/>
            </p:nvSpPr>
            <p:spPr>
              <a:xfrm>
                <a:off x="7310100" y="4488180"/>
                <a:ext cx="304800" cy="304800"/>
              </a:xfrm>
              <a:prstGeom prst="rect">
                <a:avLst/>
              </a:prstGeom>
              <a:solidFill>
                <a:schemeClr val="tx1">
                  <a:lumMod val="85000"/>
                  <a:lumOff val="1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0" name="Rectangle 19">
                <a:extLst>
                  <a:ext uri="{FF2B5EF4-FFF2-40B4-BE49-F238E27FC236}">
                    <a16:creationId xmlns:a16="http://schemas.microsoft.com/office/drawing/2014/main" id="{0F4731A1-F77E-C6B9-9C6D-6126CE9E88C1}"/>
                  </a:ext>
                </a:extLst>
              </p:cNvPr>
              <p:cNvSpPr/>
              <p:nvPr/>
            </p:nvSpPr>
            <p:spPr>
              <a:xfrm>
                <a:off x="7310100" y="4792980"/>
                <a:ext cx="304800" cy="304800"/>
              </a:xfrm>
              <a:prstGeom prst="rect">
                <a:avLst/>
              </a:prstGeom>
              <a:solidFill>
                <a:schemeClr val="tx1">
                  <a:lumMod val="95000"/>
                  <a:lumOff val="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16" name="Group 115">
              <a:extLst>
                <a:ext uri="{FF2B5EF4-FFF2-40B4-BE49-F238E27FC236}">
                  <a16:creationId xmlns:a16="http://schemas.microsoft.com/office/drawing/2014/main" id="{551E9B1C-5A1D-79AD-C6EE-0E3D5A0C1479}"/>
                </a:ext>
              </a:extLst>
            </p:cNvPr>
            <p:cNvGrpSpPr/>
            <p:nvPr/>
          </p:nvGrpSpPr>
          <p:grpSpPr>
            <a:xfrm>
              <a:off x="7534267" y="3549216"/>
              <a:ext cx="339254" cy="1696271"/>
              <a:chOff x="7704435" y="3573780"/>
              <a:chExt cx="304800" cy="1524000"/>
            </a:xfrm>
          </p:grpSpPr>
          <p:sp>
            <p:nvSpPr>
              <p:cNvPr id="21" name="Rectangle 20">
                <a:extLst>
                  <a:ext uri="{FF2B5EF4-FFF2-40B4-BE49-F238E27FC236}">
                    <a16:creationId xmlns:a16="http://schemas.microsoft.com/office/drawing/2014/main" id="{24EEA8A2-68CA-93FC-8FE1-795A3196A8DA}"/>
                  </a:ext>
                </a:extLst>
              </p:cNvPr>
              <p:cNvSpPr/>
              <p:nvPr/>
            </p:nvSpPr>
            <p:spPr>
              <a:xfrm>
                <a:off x="7704435" y="3573780"/>
                <a:ext cx="304800" cy="304800"/>
              </a:xfrm>
              <a:prstGeom prst="rect">
                <a:avLst/>
              </a:prstGeom>
              <a:solidFill>
                <a:schemeClr val="bg2">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3" name="Rectangle 22">
                <a:extLst>
                  <a:ext uri="{FF2B5EF4-FFF2-40B4-BE49-F238E27FC236}">
                    <a16:creationId xmlns:a16="http://schemas.microsoft.com/office/drawing/2014/main" id="{C9140779-0C1E-7004-8E59-6480A979F906}"/>
                  </a:ext>
                </a:extLst>
              </p:cNvPr>
              <p:cNvSpPr/>
              <p:nvPr/>
            </p:nvSpPr>
            <p:spPr>
              <a:xfrm>
                <a:off x="7704435" y="3878580"/>
                <a:ext cx="304800" cy="304800"/>
              </a:xfrm>
              <a:prstGeom prst="rect">
                <a:avLst/>
              </a:prstGeom>
              <a:solidFill>
                <a:schemeClr val="bg2">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4" name="Rectangle 23">
                <a:extLst>
                  <a:ext uri="{FF2B5EF4-FFF2-40B4-BE49-F238E27FC236}">
                    <a16:creationId xmlns:a16="http://schemas.microsoft.com/office/drawing/2014/main" id="{D4F0ECE6-E5BA-350B-7CB4-3F033118DA6B}"/>
                  </a:ext>
                </a:extLst>
              </p:cNvPr>
              <p:cNvSpPr/>
              <p:nvPr/>
            </p:nvSpPr>
            <p:spPr>
              <a:xfrm>
                <a:off x="7704435" y="4183380"/>
                <a:ext cx="304800" cy="304800"/>
              </a:xfrm>
              <a:prstGeom prst="rect">
                <a:avLst/>
              </a:prstGeom>
              <a:solidFill>
                <a:schemeClr val="bg2">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5" name="Rectangle 24">
                <a:extLst>
                  <a:ext uri="{FF2B5EF4-FFF2-40B4-BE49-F238E27FC236}">
                    <a16:creationId xmlns:a16="http://schemas.microsoft.com/office/drawing/2014/main" id="{3634FF0E-21DA-9820-C0F6-FE1E5517847E}"/>
                  </a:ext>
                </a:extLst>
              </p:cNvPr>
              <p:cNvSpPr/>
              <p:nvPr/>
            </p:nvSpPr>
            <p:spPr>
              <a:xfrm>
                <a:off x="7704435" y="4488180"/>
                <a:ext cx="304800" cy="304800"/>
              </a:xfrm>
              <a:prstGeom prst="rect">
                <a:avLst/>
              </a:prstGeom>
              <a:solidFill>
                <a:schemeClr val="bg2">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6" name="Rectangle 25">
                <a:extLst>
                  <a:ext uri="{FF2B5EF4-FFF2-40B4-BE49-F238E27FC236}">
                    <a16:creationId xmlns:a16="http://schemas.microsoft.com/office/drawing/2014/main" id="{0A78521C-1F97-98B0-CAAE-041B063064A9}"/>
                  </a:ext>
                </a:extLst>
              </p:cNvPr>
              <p:cNvSpPr/>
              <p:nvPr/>
            </p:nvSpPr>
            <p:spPr>
              <a:xfrm>
                <a:off x="7704435" y="4792980"/>
                <a:ext cx="304800" cy="304800"/>
              </a:xfrm>
              <a:prstGeom prst="rect">
                <a:avLst/>
              </a:prstGeom>
              <a:solidFill>
                <a:schemeClr val="bg2">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17" name="Group 116">
              <a:extLst>
                <a:ext uri="{FF2B5EF4-FFF2-40B4-BE49-F238E27FC236}">
                  <a16:creationId xmlns:a16="http://schemas.microsoft.com/office/drawing/2014/main" id="{4089F01D-A8AD-3931-F4E9-3C688CFB27BC}"/>
                </a:ext>
              </a:extLst>
            </p:cNvPr>
            <p:cNvGrpSpPr/>
            <p:nvPr/>
          </p:nvGrpSpPr>
          <p:grpSpPr>
            <a:xfrm>
              <a:off x="7981217" y="3549216"/>
              <a:ext cx="339254" cy="1696271"/>
              <a:chOff x="8112105" y="3573780"/>
              <a:chExt cx="304800" cy="1524000"/>
            </a:xfrm>
          </p:grpSpPr>
          <p:sp>
            <p:nvSpPr>
              <p:cNvPr id="27" name="Rectangle 26">
                <a:extLst>
                  <a:ext uri="{FF2B5EF4-FFF2-40B4-BE49-F238E27FC236}">
                    <a16:creationId xmlns:a16="http://schemas.microsoft.com/office/drawing/2014/main" id="{81397BAB-C546-F5E2-7A2F-5E32D0091192}"/>
                  </a:ext>
                </a:extLst>
              </p:cNvPr>
              <p:cNvSpPr/>
              <p:nvPr/>
            </p:nvSpPr>
            <p:spPr>
              <a:xfrm>
                <a:off x="8112105" y="3573780"/>
                <a:ext cx="304800" cy="304800"/>
              </a:xfrm>
              <a:prstGeom prst="rect">
                <a:avLst/>
              </a:prstGeom>
              <a:solidFill>
                <a:schemeClr val="tx2">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8" name="Rectangle 27">
                <a:extLst>
                  <a:ext uri="{FF2B5EF4-FFF2-40B4-BE49-F238E27FC236}">
                    <a16:creationId xmlns:a16="http://schemas.microsoft.com/office/drawing/2014/main" id="{3D195F13-C965-DECE-6BB2-0ABAF0F60F44}"/>
                  </a:ext>
                </a:extLst>
              </p:cNvPr>
              <p:cNvSpPr/>
              <p:nvPr/>
            </p:nvSpPr>
            <p:spPr>
              <a:xfrm>
                <a:off x="8112105" y="3878580"/>
                <a:ext cx="304800" cy="304800"/>
              </a:xfrm>
              <a:prstGeom prst="rect">
                <a:avLst/>
              </a:prstGeom>
              <a:solidFill>
                <a:schemeClr val="tx2">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9" name="Rectangle 28">
                <a:extLst>
                  <a:ext uri="{FF2B5EF4-FFF2-40B4-BE49-F238E27FC236}">
                    <a16:creationId xmlns:a16="http://schemas.microsoft.com/office/drawing/2014/main" id="{2256FE5F-000A-C54D-0C7F-2A3ECA7E3B4C}"/>
                  </a:ext>
                </a:extLst>
              </p:cNvPr>
              <p:cNvSpPr/>
              <p:nvPr/>
            </p:nvSpPr>
            <p:spPr>
              <a:xfrm>
                <a:off x="8112105" y="4183380"/>
                <a:ext cx="304800" cy="304800"/>
              </a:xfrm>
              <a:prstGeom prst="rect">
                <a:avLst/>
              </a:prstGeom>
              <a:solidFill>
                <a:schemeClr val="tx2">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0" name="Rectangle 29">
                <a:extLst>
                  <a:ext uri="{FF2B5EF4-FFF2-40B4-BE49-F238E27FC236}">
                    <a16:creationId xmlns:a16="http://schemas.microsoft.com/office/drawing/2014/main" id="{447D5BF9-FE92-0A70-C63E-675116AF19C4}"/>
                  </a:ext>
                </a:extLst>
              </p:cNvPr>
              <p:cNvSpPr/>
              <p:nvPr/>
            </p:nvSpPr>
            <p:spPr>
              <a:xfrm>
                <a:off x="8112105" y="4488180"/>
                <a:ext cx="304800" cy="304800"/>
              </a:xfrm>
              <a:prstGeom prst="rect">
                <a:avLst/>
              </a:prstGeom>
              <a:solidFill>
                <a:schemeClr val="tx2">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2" name="Rectangle 31">
                <a:extLst>
                  <a:ext uri="{FF2B5EF4-FFF2-40B4-BE49-F238E27FC236}">
                    <a16:creationId xmlns:a16="http://schemas.microsoft.com/office/drawing/2014/main" id="{E695F7DF-0686-4319-D417-1163AB38267E}"/>
                  </a:ext>
                </a:extLst>
              </p:cNvPr>
              <p:cNvSpPr/>
              <p:nvPr/>
            </p:nvSpPr>
            <p:spPr>
              <a:xfrm>
                <a:off x="8112105" y="4792980"/>
                <a:ext cx="304800" cy="304800"/>
              </a:xfrm>
              <a:prstGeom prst="rect">
                <a:avLst/>
              </a:prstGeom>
              <a:solidFill>
                <a:schemeClr val="tx2">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18" name="Group 117">
              <a:extLst>
                <a:ext uri="{FF2B5EF4-FFF2-40B4-BE49-F238E27FC236}">
                  <a16:creationId xmlns:a16="http://schemas.microsoft.com/office/drawing/2014/main" id="{802A1A50-824E-5F98-BAA5-E367CFEC556F}"/>
                </a:ext>
              </a:extLst>
            </p:cNvPr>
            <p:cNvGrpSpPr/>
            <p:nvPr/>
          </p:nvGrpSpPr>
          <p:grpSpPr>
            <a:xfrm>
              <a:off x="8428168" y="3549216"/>
              <a:ext cx="339254" cy="1696271"/>
              <a:chOff x="8519775" y="3573780"/>
              <a:chExt cx="304800" cy="1524000"/>
            </a:xfrm>
          </p:grpSpPr>
          <p:sp>
            <p:nvSpPr>
              <p:cNvPr id="33" name="Rectangle 32">
                <a:extLst>
                  <a:ext uri="{FF2B5EF4-FFF2-40B4-BE49-F238E27FC236}">
                    <a16:creationId xmlns:a16="http://schemas.microsoft.com/office/drawing/2014/main" id="{C3C7689D-6F28-7647-B2A2-D381C568AEF0}"/>
                  </a:ext>
                </a:extLst>
              </p:cNvPr>
              <p:cNvSpPr/>
              <p:nvPr/>
            </p:nvSpPr>
            <p:spPr>
              <a:xfrm>
                <a:off x="8519775" y="3573780"/>
                <a:ext cx="304800" cy="304800"/>
              </a:xfrm>
              <a:prstGeom prst="rect">
                <a:avLst/>
              </a:prstGeom>
              <a:solidFill>
                <a:schemeClr val="accent1">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4" name="Rectangle 33">
                <a:extLst>
                  <a:ext uri="{FF2B5EF4-FFF2-40B4-BE49-F238E27FC236}">
                    <a16:creationId xmlns:a16="http://schemas.microsoft.com/office/drawing/2014/main" id="{C5814678-AF65-0CA0-855A-0F0679C3A93C}"/>
                  </a:ext>
                </a:extLst>
              </p:cNvPr>
              <p:cNvSpPr/>
              <p:nvPr/>
            </p:nvSpPr>
            <p:spPr>
              <a:xfrm>
                <a:off x="8519775" y="3878580"/>
                <a:ext cx="304800" cy="304800"/>
              </a:xfrm>
              <a:prstGeom prst="rect">
                <a:avLst/>
              </a:prstGeom>
              <a:solidFill>
                <a:schemeClr val="accent1">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5" name="Rectangle 34">
                <a:extLst>
                  <a:ext uri="{FF2B5EF4-FFF2-40B4-BE49-F238E27FC236}">
                    <a16:creationId xmlns:a16="http://schemas.microsoft.com/office/drawing/2014/main" id="{3F5809A3-DE2C-409B-EFB4-E6EED4EC5A45}"/>
                  </a:ext>
                </a:extLst>
              </p:cNvPr>
              <p:cNvSpPr/>
              <p:nvPr/>
            </p:nvSpPr>
            <p:spPr>
              <a:xfrm>
                <a:off x="8519775" y="4183380"/>
                <a:ext cx="304800" cy="304800"/>
              </a:xfrm>
              <a:prstGeom prst="rect">
                <a:avLst/>
              </a:prstGeom>
              <a:solidFill>
                <a:schemeClr val="accent1">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6" name="Rectangle 35">
                <a:extLst>
                  <a:ext uri="{FF2B5EF4-FFF2-40B4-BE49-F238E27FC236}">
                    <a16:creationId xmlns:a16="http://schemas.microsoft.com/office/drawing/2014/main" id="{386B0512-171F-CE97-DDDD-7DB8D9A22D04}"/>
                  </a:ext>
                </a:extLst>
              </p:cNvPr>
              <p:cNvSpPr/>
              <p:nvPr/>
            </p:nvSpPr>
            <p:spPr>
              <a:xfrm>
                <a:off x="8519775" y="4488180"/>
                <a:ext cx="304800" cy="304800"/>
              </a:xfrm>
              <a:prstGeom prst="rect">
                <a:avLst/>
              </a:prstGeom>
              <a:solidFill>
                <a:schemeClr val="accent1">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7" name="Rectangle 36">
                <a:extLst>
                  <a:ext uri="{FF2B5EF4-FFF2-40B4-BE49-F238E27FC236}">
                    <a16:creationId xmlns:a16="http://schemas.microsoft.com/office/drawing/2014/main" id="{286AA5C0-EBDF-2CF3-E683-573FE5EDCF64}"/>
                  </a:ext>
                </a:extLst>
              </p:cNvPr>
              <p:cNvSpPr/>
              <p:nvPr/>
            </p:nvSpPr>
            <p:spPr>
              <a:xfrm>
                <a:off x="8519775" y="4792980"/>
                <a:ext cx="304800" cy="304800"/>
              </a:xfrm>
              <a:prstGeom prst="rect">
                <a:avLst/>
              </a:prstGeom>
              <a:solidFill>
                <a:schemeClr val="accent1">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19" name="Group 118">
              <a:extLst>
                <a:ext uri="{FF2B5EF4-FFF2-40B4-BE49-F238E27FC236}">
                  <a16:creationId xmlns:a16="http://schemas.microsoft.com/office/drawing/2014/main" id="{7FAFA9A5-9255-6C12-E441-5389F75E0BA9}"/>
                </a:ext>
              </a:extLst>
            </p:cNvPr>
            <p:cNvGrpSpPr/>
            <p:nvPr/>
          </p:nvGrpSpPr>
          <p:grpSpPr>
            <a:xfrm>
              <a:off x="8875119" y="3549216"/>
              <a:ext cx="339254" cy="1696271"/>
              <a:chOff x="8922502" y="3573780"/>
              <a:chExt cx="304800" cy="1524000"/>
            </a:xfrm>
          </p:grpSpPr>
          <p:sp>
            <p:nvSpPr>
              <p:cNvPr id="38" name="Rectangle 37">
                <a:extLst>
                  <a:ext uri="{FF2B5EF4-FFF2-40B4-BE49-F238E27FC236}">
                    <a16:creationId xmlns:a16="http://schemas.microsoft.com/office/drawing/2014/main" id="{B0512295-7256-E555-100E-939228563306}"/>
                  </a:ext>
                </a:extLst>
              </p:cNvPr>
              <p:cNvSpPr/>
              <p:nvPr/>
            </p:nvSpPr>
            <p:spPr>
              <a:xfrm>
                <a:off x="8922502" y="3573780"/>
                <a:ext cx="304800" cy="304800"/>
              </a:xfrm>
              <a:prstGeom prst="rect">
                <a:avLst/>
              </a:prstGeom>
              <a:solidFill>
                <a:schemeClr val="accent2">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9" name="Rectangle 38">
                <a:extLst>
                  <a:ext uri="{FF2B5EF4-FFF2-40B4-BE49-F238E27FC236}">
                    <a16:creationId xmlns:a16="http://schemas.microsoft.com/office/drawing/2014/main" id="{4EE51602-7F2F-A9D0-3D60-00B396FB663F}"/>
                  </a:ext>
                </a:extLst>
              </p:cNvPr>
              <p:cNvSpPr/>
              <p:nvPr/>
            </p:nvSpPr>
            <p:spPr>
              <a:xfrm>
                <a:off x="8922502" y="3878580"/>
                <a:ext cx="304800" cy="304800"/>
              </a:xfrm>
              <a:prstGeom prst="rect">
                <a:avLst/>
              </a:prstGeom>
              <a:solidFill>
                <a:schemeClr val="accent2">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0" name="Rectangle 39">
                <a:extLst>
                  <a:ext uri="{FF2B5EF4-FFF2-40B4-BE49-F238E27FC236}">
                    <a16:creationId xmlns:a16="http://schemas.microsoft.com/office/drawing/2014/main" id="{C7EAC4EB-C705-8594-ABA9-E4A5F48EE9AC}"/>
                  </a:ext>
                </a:extLst>
              </p:cNvPr>
              <p:cNvSpPr/>
              <p:nvPr/>
            </p:nvSpPr>
            <p:spPr>
              <a:xfrm>
                <a:off x="8922502" y="4183380"/>
                <a:ext cx="304800" cy="304800"/>
              </a:xfrm>
              <a:prstGeom prst="rect">
                <a:avLst/>
              </a:prstGeom>
              <a:solidFill>
                <a:schemeClr val="accent2">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1" name="Rectangle 40">
                <a:extLst>
                  <a:ext uri="{FF2B5EF4-FFF2-40B4-BE49-F238E27FC236}">
                    <a16:creationId xmlns:a16="http://schemas.microsoft.com/office/drawing/2014/main" id="{26C67710-3C4A-0868-B9CD-34A47AA661F1}"/>
                  </a:ext>
                </a:extLst>
              </p:cNvPr>
              <p:cNvSpPr/>
              <p:nvPr/>
            </p:nvSpPr>
            <p:spPr>
              <a:xfrm>
                <a:off x="8922502" y="4488180"/>
                <a:ext cx="304800" cy="304800"/>
              </a:xfrm>
              <a:prstGeom prst="rect">
                <a:avLst/>
              </a:prstGeom>
              <a:solidFill>
                <a:schemeClr val="accent2">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2" name="Rectangle 41">
                <a:extLst>
                  <a:ext uri="{FF2B5EF4-FFF2-40B4-BE49-F238E27FC236}">
                    <a16:creationId xmlns:a16="http://schemas.microsoft.com/office/drawing/2014/main" id="{93CA4138-4656-ACEE-F226-BD582D80982D}"/>
                  </a:ext>
                </a:extLst>
              </p:cNvPr>
              <p:cNvSpPr/>
              <p:nvPr/>
            </p:nvSpPr>
            <p:spPr>
              <a:xfrm>
                <a:off x="8922502" y="4792980"/>
                <a:ext cx="304800" cy="304800"/>
              </a:xfrm>
              <a:prstGeom prst="rect">
                <a:avLst/>
              </a:prstGeom>
              <a:solidFill>
                <a:schemeClr val="accent2">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20" name="Group 119">
              <a:extLst>
                <a:ext uri="{FF2B5EF4-FFF2-40B4-BE49-F238E27FC236}">
                  <a16:creationId xmlns:a16="http://schemas.microsoft.com/office/drawing/2014/main" id="{0FE1D2C1-4AB4-218A-784D-CCC277665116}"/>
                </a:ext>
              </a:extLst>
            </p:cNvPr>
            <p:cNvGrpSpPr/>
            <p:nvPr/>
          </p:nvGrpSpPr>
          <p:grpSpPr>
            <a:xfrm>
              <a:off x="9322070" y="3549216"/>
              <a:ext cx="339254" cy="1696271"/>
              <a:chOff x="9325229" y="3573780"/>
              <a:chExt cx="304800" cy="1524000"/>
            </a:xfrm>
          </p:grpSpPr>
          <p:sp>
            <p:nvSpPr>
              <p:cNvPr id="43" name="Rectangle 42">
                <a:extLst>
                  <a:ext uri="{FF2B5EF4-FFF2-40B4-BE49-F238E27FC236}">
                    <a16:creationId xmlns:a16="http://schemas.microsoft.com/office/drawing/2014/main" id="{8283C95C-E779-0090-1987-2B42EF8BC0CD}"/>
                  </a:ext>
                </a:extLst>
              </p:cNvPr>
              <p:cNvSpPr/>
              <p:nvPr/>
            </p:nvSpPr>
            <p:spPr>
              <a:xfrm>
                <a:off x="9325229" y="3573780"/>
                <a:ext cx="304800" cy="304800"/>
              </a:xfrm>
              <a:prstGeom prst="rect">
                <a:avLst/>
              </a:prstGeom>
              <a:solidFill>
                <a:schemeClr val="accent3">
                  <a:lumMod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4" name="Rectangle 43">
                <a:extLst>
                  <a:ext uri="{FF2B5EF4-FFF2-40B4-BE49-F238E27FC236}">
                    <a16:creationId xmlns:a16="http://schemas.microsoft.com/office/drawing/2014/main" id="{6F51DDFC-BAEE-7051-642D-92D59064E4BD}"/>
                  </a:ext>
                </a:extLst>
              </p:cNvPr>
              <p:cNvSpPr/>
              <p:nvPr/>
            </p:nvSpPr>
            <p:spPr>
              <a:xfrm>
                <a:off x="9325229" y="3878580"/>
                <a:ext cx="304800" cy="304800"/>
              </a:xfrm>
              <a:prstGeom prst="rect">
                <a:avLst/>
              </a:prstGeom>
              <a:solidFill>
                <a:schemeClr val="accent3">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5" name="Rectangle 44">
                <a:extLst>
                  <a:ext uri="{FF2B5EF4-FFF2-40B4-BE49-F238E27FC236}">
                    <a16:creationId xmlns:a16="http://schemas.microsoft.com/office/drawing/2014/main" id="{6FFC40A7-9009-2B2A-2053-8DD7B2D68EEC}"/>
                  </a:ext>
                </a:extLst>
              </p:cNvPr>
              <p:cNvSpPr/>
              <p:nvPr/>
            </p:nvSpPr>
            <p:spPr>
              <a:xfrm>
                <a:off x="9325229" y="4183380"/>
                <a:ext cx="304800" cy="304800"/>
              </a:xfrm>
              <a:prstGeom prst="rect">
                <a:avLst/>
              </a:prstGeom>
              <a:solidFill>
                <a:schemeClr val="accent3">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6" name="Rectangle 45">
                <a:extLst>
                  <a:ext uri="{FF2B5EF4-FFF2-40B4-BE49-F238E27FC236}">
                    <a16:creationId xmlns:a16="http://schemas.microsoft.com/office/drawing/2014/main" id="{059E530D-656A-4ECE-0165-B14C1CD0E529}"/>
                  </a:ext>
                </a:extLst>
              </p:cNvPr>
              <p:cNvSpPr/>
              <p:nvPr/>
            </p:nvSpPr>
            <p:spPr>
              <a:xfrm>
                <a:off x="9325229" y="4488180"/>
                <a:ext cx="304800" cy="304800"/>
              </a:xfrm>
              <a:prstGeom prst="rect">
                <a:avLst/>
              </a:prstGeom>
              <a:solidFill>
                <a:schemeClr val="accent3">
                  <a:lumMod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7" name="Rectangle 46">
                <a:extLst>
                  <a:ext uri="{FF2B5EF4-FFF2-40B4-BE49-F238E27FC236}">
                    <a16:creationId xmlns:a16="http://schemas.microsoft.com/office/drawing/2014/main" id="{6445BE8C-E118-0BCC-C3F9-A66E6ADE74A4}"/>
                  </a:ext>
                </a:extLst>
              </p:cNvPr>
              <p:cNvSpPr/>
              <p:nvPr/>
            </p:nvSpPr>
            <p:spPr>
              <a:xfrm>
                <a:off x="9325229" y="4792980"/>
                <a:ext cx="304800" cy="304800"/>
              </a:xfrm>
              <a:prstGeom prst="rect">
                <a:avLst/>
              </a:prstGeom>
              <a:solidFill>
                <a:schemeClr val="accent3">
                  <a:lumMod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21" name="Group 120">
              <a:extLst>
                <a:ext uri="{FF2B5EF4-FFF2-40B4-BE49-F238E27FC236}">
                  <a16:creationId xmlns:a16="http://schemas.microsoft.com/office/drawing/2014/main" id="{642D0D8E-B1F4-EE21-2A98-172E74158904}"/>
                </a:ext>
              </a:extLst>
            </p:cNvPr>
            <p:cNvGrpSpPr/>
            <p:nvPr/>
          </p:nvGrpSpPr>
          <p:grpSpPr>
            <a:xfrm>
              <a:off x="9769020" y="3549216"/>
              <a:ext cx="339254" cy="1696271"/>
              <a:chOff x="9728404" y="3573780"/>
              <a:chExt cx="304800" cy="1524000"/>
            </a:xfrm>
          </p:grpSpPr>
          <p:sp>
            <p:nvSpPr>
              <p:cNvPr id="48" name="Rectangle 47">
                <a:extLst>
                  <a:ext uri="{FF2B5EF4-FFF2-40B4-BE49-F238E27FC236}">
                    <a16:creationId xmlns:a16="http://schemas.microsoft.com/office/drawing/2014/main" id="{A3346550-DAA6-1109-E2B6-28BC93687456}"/>
                  </a:ext>
                </a:extLst>
              </p:cNvPr>
              <p:cNvSpPr/>
              <p:nvPr/>
            </p:nvSpPr>
            <p:spPr>
              <a:xfrm>
                <a:off x="9728404" y="3573780"/>
                <a:ext cx="304800" cy="304800"/>
              </a:xfrm>
              <a:prstGeom prst="rect">
                <a:avLst/>
              </a:prstGeom>
              <a:solidFill>
                <a:schemeClr val="accent4">
                  <a:lumMod val="10000"/>
                  <a:lumOff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49" name="Rectangle 48">
                <a:extLst>
                  <a:ext uri="{FF2B5EF4-FFF2-40B4-BE49-F238E27FC236}">
                    <a16:creationId xmlns:a16="http://schemas.microsoft.com/office/drawing/2014/main" id="{E9F43C23-7D72-A08F-E7D8-56A4A7250BC5}"/>
                  </a:ext>
                </a:extLst>
              </p:cNvPr>
              <p:cNvSpPr/>
              <p:nvPr/>
            </p:nvSpPr>
            <p:spPr>
              <a:xfrm>
                <a:off x="9728404" y="3878580"/>
                <a:ext cx="304800" cy="304800"/>
              </a:xfrm>
              <a:prstGeom prst="rect">
                <a:avLst/>
              </a:prstGeom>
              <a:solidFill>
                <a:schemeClr val="accent4">
                  <a:lumMod val="25000"/>
                  <a:lumOff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0" name="Rectangle 49">
                <a:extLst>
                  <a:ext uri="{FF2B5EF4-FFF2-40B4-BE49-F238E27FC236}">
                    <a16:creationId xmlns:a16="http://schemas.microsoft.com/office/drawing/2014/main" id="{58B8D5F3-A1ED-2F12-4FE2-DBD554E8C264}"/>
                  </a:ext>
                </a:extLst>
              </p:cNvPr>
              <p:cNvSpPr/>
              <p:nvPr/>
            </p:nvSpPr>
            <p:spPr>
              <a:xfrm>
                <a:off x="9728404" y="4183380"/>
                <a:ext cx="304800" cy="304800"/>
              </a:xfrm>
              <a:prstGeom prst="rect">
                <a:avLst/>
              </a:prstGeom>
              <a:solidFill>
                <a:schemeClr val="accent4">
                  <a:lumMod val="50000"/>
                  <a:lumOff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1" name="Rectangle 50">
                <a:extLst>
                  <a:ext uri="{FF2B5EF4-FFF2-40B4-BE49-F238E27FC236}">
                    <a16:creationId xmlns:a16="http://schemas.microsoft.com/office/drawing/2014/main" id="{CC619C5C-48CA-4052-689E-BFA20AADBB41}"/>
                  </a:ext>
                </a:extLst>
              </p:cNvPr>
              <p:cNvSpPr/>
              <p:nvPr/>
            </p:nvSpPr>
            <p:spPr>
              <a:xfrm>
                <a:off x="9728404" y="4488180"/>
                <a:ext cx="304800" cy="304800"/>
              </a:xfrm>
              <a:prstGeom prst="rect">
                <a:avLst/>
              </a:prstGeom>
              <a:solidFill>
                <a:schemeClr val="accent4">
                  <a:lumMod val="75000"/>
                  <a:lumOff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2" name="Rectangle 51">
                <a:extLst>
                  <a:ext uri="{FF2B5EF4-FFF2-40B4-BE49-F238E27FC236}">
                    <a16:creationId xmlns:a16="http://schemas.microsoft.com/office/drawing/2014/main" id="{CB5144AD-5551-5FD8-2297-CFFD70C74AE6}"/>
                  </a:ext>
                </a:extLst>
              </p:cNvPr>
              <p:cNvSpPr/>
              <p:nvPr/>
            </p:nvSpPr>
            <p:spPr>
              <a:xfrm>
                <a:off x="9728404" y="4792980"/>
                <a:ext cx="304800" cy="304800"/>
              </a:xfrm>
              <a:prstGeom prst="rect">
                <a:avLst/>
              </a:prstGeom>
              <a:solidFill>
                <a:schemeClr val="accent4">
                  <a:lumMod val="90000"/>
                  <a:lumOff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22" name="Group 121">
              <a:extLst>
                <a:ext uri="{FF2B5EF4-FFF2-40B4-BE49-F238E27FC236}">
                  <a16:creationId xmlns:a16="http://schemas.microsoft.com/office/drawing/2014/main" id="{E412E71E-1ABB-3685-9F3D-2C9E1E210C44}"/>
                </a:ext>
              </a:extLst>
            </p:cNvPr>
            <p:cNvGrpSpPr/>
            <p:nvPr/>
          </p:nvGrpSpPr>
          <p:grpSpPr>
            <a:xfrm>
              <a:off x="10215971" y="3549216"/>
              <a:ext cx="339254" cy="1696271"/>
              <a:chOff x="10131579" y="3573780"/>
              <a:chExt cx="304800" cy="1524000"/>
            </a:xfrm>
          </p:grpSpPr>
          <p:sp>
            <p:nvSpPr>
              <p:cNvPr id="53" name="Rectangle 52">
                <a:extLst>
                  <a:ext uri="{FF2B5EF4-FFF2-40B4-BE49-F238E27FC236}">
                    <a16:creationId xmlns:a16="http://schemas.microsoft.com/office/drawing/2014/main" id="{ED98C8FC-830A-68DD-3412-1DCA1D562657}"/>
                  </a:ext>
                </a:extLst>
              </p:cNvPr>
              <p:cNvSpPr/>
              <p:nvPr/>
            </p:nvSpPr>
            <p:spPr>
              <a:xfrm>
                <a:off x="10131579" y="3573780"/>
                <a:ext cx="304800" cy="304800"/>
              </a:xfrm>
              <a:prstGeom prst="rect">
                <a:avLst/>
              </a:prstGeom>
              <a:solidFill>
                <a:schemeClr val="accent5">
                  <a:lumMod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4" name="Rectangle 53">
                <a:extLst>
                  <a:ext uri="{FF2B5EF4-FFF2-40B4-BE49-F238E27FC236}">
                    <a16:creationId xmlns:a16="http://schemas.microsoft.com/office/drawing/2014/main" id="{4A9798D0-062A-68A6-A395-E970F8A67328}"/>
                  </a:ext>
                </a:extLst>
              </p:cNvPr>
              <p:cNvSpPr/>
              <p:nvPr/>
            </p:nvSpPr>
            <p:spPr>
              <a:xfrm>
                <a:off x="10131579" y="3878580"/>
                <a:ext cx="304800" cy="304800"/>
              </a:xfrm>
              <a:prstGeom prst="rect">
                <a:avLst/>
              </a:prstGeom>
              <a:solidFill>
                <a:schemeClr val="accent5">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5" name="Rectangle 54">
                <a:extLst>
                  <a:ext uri="{FF2B5EF4-FFF2-40B4-BE49-F238E27FC236}">
                    <a16:creationId xmlns:a16="http://schemas.microsoft.com/office/drawing/2014/main" id="{7DC6B077-A006-215C-3C63-AECC49C057C1}"/>
                  </a:ext>
                </a:extLst>
              </p:cNvPr>
              <p:cNvSpPr/>
              <p:nvPr/>
            </p:nvSpPr>
            <p:spPr>
              <a:xfrm>
                <a:off x="10131579" y="4183380"/>
                <a:ext cx="304800" cy="304800"/>
              </a:xfrm>
              <a:prstGeom prst="rect">
                <a:avLst/>
              </a:prstGeom>
              <a:solidFill>
                <a:schemeClr val="accent5">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6" name="Rectangle 55">
                <a:extLst>
                  <a:ext uri="{FF2B5EF4-FFF2-40B4-BE49-F238E27FC236}">
                    <a16:creationId xmlns:a16="http://schemas.microsoft.com/office/drawing/2014/main" id="{D7E0FFA3-514B-F348-38BC-36B0F27904E0}"/>
                  </a:ext>
                </a:extLst>
              </p:cNvPr>
              <p:cNvSpPr/>
              <p:nvPr/>
            </p:nvSpPr>
            <p:spPr>
              <a:xfrm>
                <a:off x="10131579" y="4488180"/>
                <a:ext cx="304800" cy="304800"/>
              </a:xfrm>
              <a:prstGeom prst="rect">
                <a:avLst/>
              </a:prstGeom>
              <a:solidFill>
                <a:schemeClr val="accent5">
                  <a:lumMod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7" name="Rectangle 56">
                <a:extLst>
                  <a:ext uri="{FF2B5EF4-FFF2-40B4-BE49-F238E27FC236}">
                    <a16:creationId xmlns:a16="http://schemas.microsoft.com/office/drawing/2014/main" id="{0A17514B-37E8-4007-3EC7-37B4737A5AFE}"/>
                  </a:ext>
                </a:extLst>
              </p:cNvPr>
              <p:cNvSpPr/>
              <p:nvPr/>
            </p:nvSpPr>
            <p:spPr>
              <a:xfrm>
                <a:off x="10131579" y="4792980"/>
                <a:ext cx="304800" cy="304800"/>
              </a:xfrm>
              <a:prstGeom prst="rect">
                <a:avLst/>
              </a:prstGeom>
              <a:solidFill>
                <a:schemeClr val="accent5">
                  <a:lumMod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23" name="Group 122">
              <a:extLst>
                <a:ext uri="{FF2B5EF4-FFF2-40B4-BE49-F238E27FC236}">
                  <a16:creationId xmlns:a16="http://schemas.microsoft.com/office/drawing/2014/main" id="{5936900F-47C6-3CC1-4C09-B7016A5B3DAB}"/>
                </a:ext>
              </a:extLst>
            </p:cNvPr>
            <p:cNvGrpSpPr/>
            <p:nvPr/>
          </p:nvGrpSpPr>
          <p:grpSpPr>
            <a:xfrm>
              <a:off x="10662922" y="3549216"/>
              <a:ext cx="339254" cy="1696271"/>
              <a:chOff x="10529796" y="3573780"/>
              <a:chExt cx="304800" cy="1524000"/>
            </a:xfrm>
          </p:grpSpPr>
          <p:sp>
            <p:nvSpPr>
              <p:cNvPr id="58" name="Rectangle 57">
                <a:extLst>
                  <a:ext uri="{FF2B5EF4-FFF2-40B4-BE49-F238E27FC236}">
                    <a16:creationId xmlns:a16="http://schemas.microsoft.com/office/drawing/2014/main" id="{CCBA0A4D-E646-8206-3D8E-CDCCAB5C1380}"/>
                  </a:ext>
                </a:extLst>
              </p:cNvPr>
              <p:cNvSpPr/>
              <p:nvPr/>
            </p:nvSpPr>
            <p:spPr>
              <a:xfrm>
                <a:off x="10529796" y="3573780"/>
                <a:ext cx="304800" cy="304800"/>
              </a:xfrm>
              <a:prstGeom prst="rect">
                <a:avLst/>
              </a:prstGeom>
              <a:solidFill>
                <a:schemeClr val="accent6">
                  <a:lumMod val="10000"/>
                  <a:lumOff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59" name="Rectangle 58">
                <a:extLst>
                  <a:ext uri="{FF2B5EF4-FFF2-40B4-BE49-F238E27FC236}">
                    <a16:creationId xmlns:a16="http://schemas.microsoft.com/office/drawing/2014/main" id="{8785CADF-EDCF-F0BE-EEA5-B7930CCD6214}"/>
                  </a:ext>
                </a:extLst>
              </p:cNvPr>
              <p:cNvSpPr/>
              <p:nvPr/>
            </p:nvSpPr>
            <p:spPr>
              <a:xfrm>
                <a:off x="10529796" y="3878580"/>
                <a:ext cx="304800" cy="304800"/>
              </a:xfrm>
              <a:prstGeom prst="rect">
                <a:avLst/>
              </a:prstGeom>
              <a:solidFill>
                <a:schemeClr val="accent6">
                  <a:lumMod val="25000"/>
                  <a:lumOff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60" name="Rectangle 59">
                <a:extLst>
                  <a:ext uri="{FF2B5EF4-FFF2-40B4-BE49-F238E27FC236}">
                    <a16:creationId xmlns:a16="http://schemas.microsoft.com/office/drawing/2014/main" id="{81809B7B-9E45-1E76-39CC-1293E10C4C93}"/>
                  </a:ext>
                </a:extLst>
              </p:cNvPr>
              <p:cNvSpPr/>
              <p:nvPr/>
            </p:nvSpPr>
            <p:spPr>
              <a:xfrm>
                <a:off x="10529796" y="4183380"/>
                <a:ext cx="304800" cy="304800"/>
              </a:xfrm>
              <a:prstGeom prst="rect">
                <a:avLst/>
              </a:prstGeom>
              <a:solidFill>
                <a:schemeClr val="accent6">
                  <a:lumMod val="50000"/>
                  <a:lumOff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61" name="Rectangle 60">
                <a:extLst>
                  <a:ext uri="{FF2B5EF4-FFF2-40B4-BE49-F238E27FC236}">
                    <a16:creationId xmlns:a16="http://schemas.microsoft.com/office/drawing/2014/main" id="{190FCB8D-738F-E49F-21CA-C75C49E4291C}"/>
                  </a:ext>
                </a:extLst>
              </p:cNvPr>
              <p:cNvSpPr/>
              <p:nvPr/>
            </p:nvSpPr>
            <p:spPr>
              <a:xfrm>
                <a:off x="10529796" y="4488180"/>
                <a:ext cx="304800" cy="304800"/>
              </a:xfrm>
              <a:prstGeom prst="rect">
                <a:avLst/>
              </a:prstGeom>
              <a:solidFill>
                <a:schemeClr val="accent6">
                  <a:lumMod val="75000"/>
                  <a:lumOff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62" name="Rectangle 61">
                <a:extLst>
                  <a:ext uri="{FF2B5EF4-FFF2-40B4-BE49-F238E27FC236}">
                    <a16:creationId xmlns:a16="http://schemas.microsoft.com/office/drawing/2014/main" id="{88A93560-BF95-0D8C-F064-70CDEFD414E4}"/>
                  </a:ext>
                </a:extLst>
              </p:cNvPr>
              <p:cNvSpPr/>
              <p:nvPr/>
            </p:nvSpPr>
            <p:spPr>
              <a:xfrm>
                <a:off x="10529796" y="4792980"/>
                <a:ext cx="304800" cy="304800"/>
              </a:xfrm>
              <a:prstGeom prst="rect">
                <a:avLst/>
              </a:prstGeom>
              <a:solidFill>
                <a:schemeClr val="accent6">
                  <a:lumMod val="90000"/>
                  <a:lumOff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sp>
          <p:nvSpPr>
            <p:cNvPr id="104" name="Rectangle 103">
              <a:extLst>
                <a:ext uri="{FF2B5EF4-FFF2-40B4-BE49-F238E27FC236}">
                  <a16:creationId xmlns:a16="http://schemas.microsoft.com/office/drawing/2014/main" id="{080C5B64-79EB-0D88-585D-AA798E63D54D}"/>
                </a:ext>
              </a:extLst>
            </p:cNvPr>
            <p:cNvSpPr/>
            <p:nvPr/>
          </p:nvSpPr>
          <p:spPr>
            <a:xfrm>
              <a:off x="6640365" y="2873725"/>
              <a:ext cx="339254" cy="339254"/>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5" name="Rectangle 104">
              <a:extLst>
                <a:ext uri="{FF2B5EF4-FFF2-40B4-BE49-F238E27FC236}">
                  <a16:creationId xmlns:a16="http://schemas.microsoft.com/office/drawing/2014/main" id="{ACA6C940-52A7-2B4B-7996-1410A647502B}"/>
                </a:ext>
              </a:extLst>
            </p:cNvPr>
            <p:cNvSpPr/>
            <p:nvPr/>
          </p:nvSpPr>
          <p:spPr>
            <a:xfrm>
              <a:off x="7087316" y="2873725"/>
              <a:ext cx="339254" cy="339254"/>
            </a:xfrm>
            <a:prstGeom prst="rect">
              <a:avLst/>
            </a:prstGeom>
            <a:solidFill>
              <a:schemeClr val="tx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6" name="Rectangle 105">
              <a:extLst>
                <a:ext uri="{FF2B5EF4-FFF2-40B4-BE49-F238E27FC236}">
                  <a16:creationId xmlns:a16="http://schemas.microsoft.com/office/drawing/2014/main" id="{80AFC54B-AA30-7F23-40FB-881F79758458}"/>
                </a:ext>
              </a:extLst>
            </p:cNvPr>
            <p:cNvSpPr/>
            <p:nvPr/>
          </p:nvSpPr>
          <p:spPr>
            <a:xfrm>
              <a:off x="7534267" y="2873725"/>
              <a:ext cx="339254" cy="339254"/>
            </a:xfrm>
            <a:prstGeom prst="rect">
              <a:avLst/>
            </a:prstGeom>
            <a:solidFill>
              <a:schemeClr val="bg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7" name="Rectangle 106">
              <a:extLst>
                <a:ext uri="{FF2B5EF4-FFF2-40B4-BE49-F238E27FC236}">
                  <a16:creationId xmlns:a16="http://schemas.microsoft.com/office/drawing/2014/main" id="{50A8A1C0-7A29-7CF1-715C-882F7036C150}"/>
                </a:ext>
              </a:extLst>
            </p:cNvPr>
            <p:cNvSpPr/>
            <p:nvPr/>
          </p:nvSpPr>
          <p:spPr>
            <a:xfrm>
              <a:off x="7981217" y="2873725"/>
              <a:ext cx="339254" cy="339254"/>
            </a:xfrm>
            <a:prstGeom prst="rect">
              <a:avLst/>
            </a:prstGeom>
            <a:solidFill>
              <a:schemeClr val="tx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8" name="Rectangle 107">
              <a:extLst>
                <a:ext uri="{FF2B5EF4-FFF2-40B4-BE49-F238E27FC236}">
                  <a16:creationId xmlns:a16="http://schemas.microsoft.com/office/drawing/2014/main" id="{CFDD7168-C073-4E97-8C1F-B41670A6DB6B}"/>
                </a:ext>
              </a:extLst>
            </p:cNvPr>
            <p:cNvSpPr/>
            <p:nvPr/>
          </p:nvSpPr>
          <p:spPr>
            <a:xfrm>
              <a:off x="8428168" y="2873725"/>
              <a:ext cx="339254" cy="339254"/>
            </a:xfrm>
            <a:prstGeom prst="rect">
              <a:avLst/>
            </a:prstGeom>
            <a:solidFill>
              <a:schemeClr val="accent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9" name="Rectangle 108">
              <a:extLst>
                <a:ext uri="{FF2B5EF4-FFF2-40B4-BE49-F238E27FC236}">
                  <a16:creationId xmlns:a16="http://schemas.microsoft.com/office/drawing/2014/main" id="{A2DEA8EF-B8D4-A9A3-7041-A08FBBEB9F46}"/>
                </a:ext>
              </a:extLst>
            </p:cNvPr>
            <p:cNvSpPr/>
            <p:nvPr/>
          </p:nvSpPr>
          <p:spPr>
            <a:xfrm>
              <a:off x="8875119" y="2873725"/>
              <a:ext cx="339254" cy="339254"/>
            </a:xfrm>
            <a:prstGeom prst="rect">
              <a:avLst/>
            </a:prstGeom>
            <a:solidFill>
              <a:schemeClr val="accent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0" name="Rectangle 109">
              <a:extLst>
                <a:ext uri="{FF2B5EF4-FFF2-40B4-BE49-F238E27FC236}">
                  <a16:creationId xmlns:a16="http://schemas.microsoft.com/office/drawing/2014/main" id="{A5250B52-3346-0AEE-CB86-A5D17B5C527A}"/>
                </a:ext>
              </a:extLst>
            </p:cNvPr>
            <p:cNvSpPr/>
            <p:nvPr/>
          </p:nvSpPr>
          <p:spPr>
            <a:xfrm>
              <a:off x="9322070" y="2873725"/>
              <a:ext cx="339254" cy="339254"/>
            </a:xfrm>
            <a:prstGeom prst="rect">
              <a:avLst/>
            </a:prstGeom>
            <a:solidFill>
              <a:schemeClr val="accent3"/>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1" name="Rectangle 110">
              <a:extLst>
                <a:ext uri="{FF2B5EF4-FFF2-40B4-BE49-F238E27FC236}">
                  <a16:creationId xmlns:a16="http://schemas.microsoft.com/office/drawing/2014/main" id="{1F36F900-BB29-3919-43A2-DED65C8021C0}"/>
                </a:ext>
              </a:extLst>
            </p:cNvPr>
            <p:cNvSpPr/>
            <p:nvPr/>
          </p:nvSpPr>
          <p:spPr>
            <a:xfrm>
              <a:off x="9769020" y="2873725"/>
              <a:ext cx="339254" cy="339254"/>
            </a:xfrm>
            <a:prstGeom prst="rect">
              <a:avLst/>
            </a:prstGeom>
            <a:solidFill>
              <a:schemeClr val="accent4"/>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2" name="Rectangle 111">
              <a:extLst>
                <a:ext uri="{FF2B5EF4-FFF2-40B4-BE49-F238E27FC236}">
                  <a16:creationId xmlns:a16="http://schemas.microsoft.com/office/drawing/2014/main" id="{4CD532C2-FE11-9A5A-2C86-45392A9211AE}"/>
                </a:ext>
              </a:extLst>
            </p:cNvPr>
            <p:cNvSpPr/>
            <p:nvPr/>
          </p:nvSpPr>
          <p:spPr>
            <a:xfrm>
              <a:off x="10215971" y="2873725"/>
              <a:ext cx="339254" cy="339254"/>
            </a:xfrm>
            <a:prstGeom prst="rect">
              <a:avLst/>
            </a:prstGeom>
            <a:solidFill>
              <a:schemeClr val="accent5"/>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3" name="Rectangle 112">
              <a:extLst>
                <a:ext uri="{FF2B5EF4-FFF2-40B4-BE49-F238E27FC236}">
                  <a16:creationId xmlns:a16="http://schemas.microsoft.com/office/drawing/2014/main" id="{2E6CAEC8-9FD4-420E-07C0-BBB477FCF230}"/>
                </a:ext>
              </a:extLst>
            </p:cNvPr>
            <p:cNvSpPr/>
            <p:nvPr/>
          </p:nvSpPr>
          <p:spPr>
            <a:xfrm>
              <a:off x="10662922" y="2873725"/>
              <a:ext cx="339254" cy="339254"/>
            </a:xfrm>
            <a:prstGeom prst="rect">
              <a:avLst/>
            </a:prstGeom>
            <a:solidFill>
              <a:schemeClr val="accent6"/>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5" name="Title 1">
              <a:extLst>
                <a:ext uri="{FF2B5EF4-FFF2-40B4-BE49-F238E27FC236}">
                  <a16:creationId xmlns:a16="http://schemas.microsoft.com/office/drawing/2014/main" id="{4C248B53-0B05-239F-607B-FF91BEF148C7}"/>
                </a:ext>
              </a:extLst>
            </p:cNvPr>
            <p:cNvSpPr txBox="1">
              <a:spLocks/>
            </p:cNvSpPr>
            <p:nvPr/>
          </p:nvSpPr>
          <p:spPr bwMode="gray">
            <a:xfrm>
              <a:off x="6640365" y="2381264"/>
              <a:ext cx="436181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sz="2400"/>
                <a:t>Theme colors</a:t>
              </a:r>
            </a:p>
          </p:txBody>
        </p:sp>
        <p:sp>
          <p:nvSpPr>
            <p:cNvPr id="126" name="Rectangle 125">
              <a:extLst>
                <a:ext uri="{FF2B5EF4-FFF2-40B4-BE49-F238E27FC236}">
                  <a16:creationId xmlns:a16="http://schemas.microsoft.com/office/drawing/2014/main" id="{18F64BDE-C86F-CD3C-02B0-D53BBF749417}"/>
                </a:ext>
              </a:extLst>
            </p:cNvPr>
            <p:cNvSpPr/>
            <p:nvPr/>
          </p:nvSpPr>
          <p:spPr>
            <a:xfrm>
              <a:off x="6347012" y="1954306"/>
              <a:ext cx="4948517" cy="3753223"/>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pic>
          <p:nvPicPr>
            <p:cNvPr id="137" name="Graphic 136">
              <a:extLst>
                <a:ext uri="{FF2B5EF4-FFF2-40B4-BE49-F238E27FC236}">
                  <a16:creationId xmlns:a16="http://schemas.microsoft.com/office/drawing/2014/main" id="{47AA09CC-046D-F345-0E25-65476FD353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7021" y="2914446"/>
              <a:ext cx="257811" cy="257811"/>
            </a:xfrm>
            <a:prstGeom prst="rect">
              <a:avLst/>
            </a:prstGeom>
          </p:spPr>
        </p:pic>
        <p:pic>
          <p:nvPicPr>
            <p:cNvPr id="138" name="Graphic 137">
              <a:extLst>
                <a:ext uri="{FF2B5EF4-FFF2-40B4-BE49-F238E27FC236}">
                  <a16:creationId xmlns:a16="http://schemas.microsoft.com/office/drawing/2014/main" id="{ABB12D6C-4ED5-412C-7379-19B361ED0F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1086" y="2914446"/>
              <a:ext cx="257811" cy="257811"/>
            </a:xfrm>
            <a:prstGeom prst="rect">
              <a:avLst/>
            </a:prstGeom>
          </p:spPr>
        </p:pic>
        <p:pic>
          <p:nvPicPr>
            <p:cNvPr id="139" name="Graphic 138">
              <a:extLst>
                <a:ext uri="{FF2B5EF4-FFF2-40B4-BE49-F238E27FC236}">
                  <a16:creationId xmlns:a16="http://schemas.microsoft.com/office/drawing/2014/main" id="{88CF40D3-2AE6-8BD6-99B6-616C9B33CBD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64361" y="2914446"/>
              <a:ext cx="257811" cy="257811"/>
            </a:xfrm>
            <a:prstGeom prst="rect">
              <a:avLst/>
            </a:prstGeom>
          </p:spPr>
        </p:pic>
        <p:pic>
          <p:nvPicPr>
            <p:cNvPr id="140" name="Graphic 139">
              <a:extLst>
                <a:ext uri="{FF2B5EF4-FFF2-40B4-BE49-F238E27FC236}">
                  <a16:creationId xmlns:a16="http://schemas.microsoft.com/office/drawing/2014/main" id="{922A47A3-C96C-26AC-1327-E58565AE715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6693" y="2914446"/>
              <a:ext cx="257811" cy="257811"/>
            </a:xfrm>
            <a:prstGeom prst="rect">
              <a:avLst/>
            </a:prstGeom>
          </p:spPr>
        </p:pic>
        <p:pic>
          <p:nvPicPr>
            <p:cNvPr id="141" name="Graphic 140">
              <a:extLst>
                <a:ext uri="{FF2B5EF4-FFF2-40B4-BE49-F238E27FC236}">
                  <a16:creationId xmlns:a16="http://schemas.microsoft.com/office/drawing/2014/main" id="{0B7A1DDB-780E-AE74-5F06-73BAF38DA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6693" y="3581834"/>
              <a:ext cx="257811" cy="257811"/>
            </a:xfrm>
            <a:prstGeom prst="rect">
              <a:avLst/>
            </a:prstGeom>
          </p:spPr>
        </p:pic>
        <p:pic>
          <p:nvPicPr>
            <p:cNvPr id="142" name="Graphic 141">
              <a:extLst>
                <a:ext uri="{FF2B5EF4-FFF2-40B4-BE49-F238E27FC236}">
                  <a16:creationId xmlns:a16="http://schemas.microsoft.com/office/drawing/2014/main" id="{D332B87F-1D47-A358-EEDF-2744061EC0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56693" y="3927569"/>
              <a:ext cx="257811" cy="257811"/>
            </a:xfrm>
            <a:prstGeom prst="rect">
              <a:avLst/>
            </a:prstGeom>
          </p:spPr>
        </p:pic>
        <p:pic>
          <p:nvPicPr>
            <p:cNvPr id="143" name="Graphic 142">
              <a:extLst>
                <a:ext uri="{FF2B5EF4-FFF2-40B4-BE49-F238E27FC236}">
                  <a16:creationId xmlns:a16="http://schemas.microsoft.com/office/drawing/2014/main" id="{4B34F546-33CF-EF7B-8DC3-FD460A4A23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03644" y="3581834"/>
              <a:ext cx="257811" cy="257811"/>
            </a:xfrm>
            <a:prstGeom prst="rect">
              <a:avLst/>
            </a:prstGeom>
          </p:spPr>
        </p:pic>
        <p:pic>
          <p:nvPicPr>
            <p:cNvPr id="144" name="Graphic 143">
              <a:extLst>
                <a:ext uri="{FF2B5EF4-FFF2-40B4-BE49-F238E27FC236}">
                  <a16:creationId xmlns:a16="http://schemas.microsoft.com/office/drawing/2014/main" id="{E261111F-C737-CF7E-CC5B-FE351E0106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703644" y="3927569"/>
              <a:ext cx="257811" cy="257811"/>
            </a:xfrm>
            <a:prstGeom prst="rect">
              <a:avLst/>
            </a:prstGeom>
          </p:spPr>
        </p:pic>
        <p:pic>
          <p:nvPicPr>
            <p:cNvPr id="145" name="Graphic 144">
              <a:extLst>
                <a:ext uri="{FF2B5EF4-FFF2-40B4-BE49-F238E27FC236}">
                  <a16:creationId xmlns:a16="http://schemas.microsoft.com/office/drawing/2014/main" id="{9617666C-040C-C37B-7218-73F353984E6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09742" y="3581834"/>
              <a:ext cx="257811" cy="257811"/>
            </a:xfrm>
            <a:prstGeom prst="rect">
              <a:avLst/>
            </a:prstGeom>
          </p:spPr>
        </p:pic>
        <p:pic>
          <p:nvPicPr>
            <p:cNvPr id="146" name="Graphic 145">
              <a:extLst>
                <a:ext uri="{FF2B5EF4-FFF2-40B4-BE49-F238E27FC236}">
                  <a16:creationId xmlns:a16="http://schemas.microsoft.com/office/drawing/2014/main" id="{9BBE9C2D-9933-EF62-A948-E99092D771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09742" y="3927569"/>
              <a:ext cx="257811" cy="257811"/>
            </a:xfrm>
            <a:prstGeom prst="rect">
              <a:avLst/>
            </a:prstGeom>
          </p:spPr>
        </p:pic>
        <p:pic>
          <p:nvPicPr>
            <p:cNvPr id="147" name="Graphic 146">
              <a:extLst>
                <a:ext uri="{FF2B5EF4-FFF2-40B4-BE49-F238E27FC236}">
                  <a16:creationId xmlns:a16="http://schemas.microsoft.com/office/drawing/2014/main" id="{8EA25619-E112-4597-81AC-BE028A00E0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09742" y="4276549"/>
              <a:ext cx="257811" cy="257811"/>
            </a:xfrm>
            <a:prstGeom prst="rect">
              <a:avLst/>
            </a:prstGeom>
          </p:spPr>
        </p:pic>
        <p:pic>
          <p:nvPicPr>
            <p:cNvPr id="148" name="Graphic 147">
              <a:extLst>
                <a:ext uri="{FF2B5EF4-FFF2-40B4-BE49-F238E27FC236}">
                  <a16:creationId xmlns:a16="http://schemas.microsoft.com/office/drawing/2014/main" id="{269546C6-0937-576B-C155-E61B819A74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64361" y="3581834"/>
              <a:ext cx="257811" cy="257811"/>
            </a:xfrm>
            <a:prstGeom prst="rect">
              <a:avLst/>
            </a:prstGeom>
          </p:spPr>
        </p:pic>
        <p:pic>
          <p:nvPicPr>
            <p:cNvPr id="149" name="Graphic 148">
              <a:extLst>
                <a:ext uri="{FF2B5EF4-FFF2-40B4-BE49-F238E27FC236}">
                  <a16:creationId xmlns:a16="http://schemas.microsoft.com/office/drawing/2014/main" id="{564CB158-6D0E-B879-F323-3385A62BB1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64361" y="3927569"/>
              <a:ext cx="257811" cy="257811"/>
            </a:xfrm>
            <a:prstGeom prst="rect">
              <a:avLst/>
            </a:prstGeom>
          </p:spPr>
        </p:pic>
        <p:pic>
          <p:nvPicPr>
            <p:cNvPr id="150" name="Graphic 149">
              <a:extLst>
                <a:ext uri="{FF2B5EF4-FFF2-40B4-BE49-F238E27FC236}">
                  <a16:creationId xmlns:a16="http://schemas.microsoft.com/office/drawing/2014/main" id="{71155552-0828-98F3-70DE-490A13CF807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16383" y="3581834"/>
              <a:ext cx="257811" cy="257811"/>
            </a:xfrm>
            <a:prstGeom prst="rect">
              <a:avLst/>
            </a:prstGeom>
          </p:spPr>
        </p:pic>
        <p:pic>
          <p:nvPicPr>
            <p:cNvPr id="151" name="Graphic 150">
              <a:extLst>
                <a:ext uri="{FF2B5EF4-FFF2-40B4-BE49-F238E27FC236}">
                  <a16:creationId xmlns:a16="http://schemas.microsoft.com/office/drawing/2014/main" id="{B386EBBE-E232-6724-C10D-7436B80907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16383" y="3927569"/>
              <a:ext cx="257811" cy="257811"/>
            </a:xfrm>
            <a:prstGeom prst="rect">
              <a:avLst/>
            </a:prstGeom>
          </p:spPr>
        </p:pic>
        <p:pic>
          <p:nvPicPr>
            <p:cNvPr id="152" name="Graphic 151">
              <a:extLst>
                <a:ext uri="{FF2B5EF4-FFF2-40B4-BE49-F238E27FC236}">
                  <a16:creationId xmlns:a16="http://schemas.microsoft.com/office/drawing/2014/main" id="{551F8D65-2F64-A06B-6F23-41D4D2FE3D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16383" y="4276549"/>
              <a:ext cx="257811" cy="257811"/>
            </a:xfrm>
            <a:prstGeom prst="rect">
              <a:avLst/>
            </a:prstGeom>
          </p:spPr>
        </p:pic>
        <p:pic>
          <p:nvPicPr>
            <p:cNvPr id="153" name="Graphic 152">
              <a:extLst>
                <a:ext uri="{FF2B5EF4-FFF2-40B4-BE49-F238E27FC236}">
                  <a16:creationId xmlns:a16="http://schemas.microsoft.com/office/drawing/2014/main" id="{D3E7B748-830D-E726-B836-3FE8CF6444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9383" y="3581834"/>
              <a:ext cx="257811" cy="257811"/>
            </a:xfrm>
            <a:prstGeom prst="rect">
              <a:avLst/>
            </a:prstGeom>
          </p:spPr>
        </p:pic>
        <p:pic>
          <p:nvPicPr>
            <p:cNvPr id="154" name="Graphic 153">
              <a:extLst>
                <a:ext uri="{FF2B5EF4-FFF2-40B4-BE49-F238E27FC236}">
                  <a16:creationId xmlns:a16="http://schemas.microsoft.com/office/drawing/2014/main" id="{60E0A4B5-153F-E583-87D2-C6B63C4432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9383" y="3927569"/>
              <a:ext cx="257811" cy="257811"/>
            </a:xfrm>
            <a:prstGeom prst="rect">
              <a:avLst/>
            </a:prstGeom>
          </p:spPr>
        </p:pic>
        <p:pic>
          <p:nvPicPr>
            <p:cNvPr id="155" name="Graphic 154">
              <a:extLst>
                <a:ext uri="{FF2B5EF4-FFF2-40B4-BE49-F238E27FC236}">
                  <a16:creationId xmlns:a16="http://schemas.microsoft.com/office/drawing/2014/main" id="{EB779415-4A6C-BAE3-7BA7-B96B58BCF5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69383" y="4276549"/>
              <a:ext cx="257811" cy="257811"/>
            </a:xfrm>
            <a:prstGeom prst="rect">
              <a:avLst/>
            </a:prstGeom>
          </p:spPr>
        </p:pic>
        <p:pic>
          <p:nvPicPr>
            <p:cNvPr id="156" name="Graphic 155">
              <a:extLst>
                <a:ext uri="{FF2B5EF4-FFF2-40B4-BE49-F238E27FC236}">
                  <a16:creationId xmlns:a16="http://schemas.microsoft.com/office/drawing/2014/main" id="{C6AAA0B2-598A-40EC-1929-85FBB52B2D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1251" y="3581834"/>
              <a:ext cx="257811" cy="257811"/>
            </a:xfrm>
            <a:prstGeom prst="rect">
              <a:avLst/>
            </a:prstGeom>
          </p:spPr>
        </p:pic>
        <p:pic>
          <p:nvPicPr>
            <p:cNvPr id="157" name="Graphic 156">
              <a:extLst>
                <a:ext uri="{FF2B5EF4-FFF2-40B4-BE49-F238E27FC236}">
                  <a16:creationId xmlns:a16="http://schemas.microsoft.com/office/drawing/2014/main" id="{FA7E1A7D-8A6C-27EB-E433-88E7AD24FC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1251" y="3927569"/>
              <a:ext cx="257811" cy="257811"/>
            </a:xfrm>
            <a:prstGeom prst="rect">
              <a:avLst/>
            </a:prstGeom>
          </p:spPr>
        </p:pic>
        <p:pic>
          <p:nvPicPr>
            <p:cNvPr id="158" name="Graphic 157">
              <a:extLst>
                <a:ext uri="{FF2B5EF4-FFF2-40B4-BE49-F238E27FC236}">
                  <a16:creationId xmlns:a16="http://schemas.microsoft.com/office/drawing/2014/main" id="{E135365D-F421-2E57-F9A6-EA8C214B5CA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21251" y="4276549"/>
              <a:ext cx="257811" cy="257811"/>
            </a:xfrm>
            <a:prstGeom prst="rect">
              <a:avLst/>
            </a:prstGeom>
          </p:spPr>
        </p:pic>
        <p:pic>
          <p:nvPicPr>
            <p:cNvPr id="159" name="Graphic 158">
              <a:extLst>
                <a:ext uri="{FF2B5EF4-FFF2-40B4-BE49-F238E27FC236}">
                  <a16:creationId xmlns:a16="http://schemas.microsoft.com/office/drawing/2014/main" id="{964AADA1-5BAA-80B9-5D64-C4B53E3A64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988" y="3581834"/>
              <a:ext cx="257811" cy="257811"/>
            </a:xfrm>
            <a:prstGeom prst="rect">
              <a:avLst/>
            </a:prstGeom>
          </p:spPr>
        </p:pic>
        <p:pic>
          <p:nvPicPr>
            <p:cNvPr id="160" name="Graphic 159">
              <a:extLst>
                <a:ext uri="{FF2B5EF4-FFF2-40B4-BE49-F238E27FC236}">
                  <a16:creationId xmlns:a16="http://schemas.microsoft.com/office/drawing/2014/main" id="{FD7A4047-122F-EAF9-E4B6-51C2E6D0A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988" y="3927569"/>
              <a:ext cx="257811" cy="257811"/>
            </a:xfrm>
            <a:prstGeom prst="rect">
              <a:avLst/>
            </a:prstGeom>
          </p:spPr>
        </p:pic>
        <p:pic>
          <p:nvPicPr>
            <p:cNvPr id="161" name="Graphic 160">
              <a:extLst>
                <a:ext uri="{FF2B5EF4-FFF2-40B4-BE49-F238E27FC236}">
                  <a16:creationId xmlns:a16="http://schemas.microsoft.com/office/drawing/2014/main" id="{59D9B66E-5740-C869-CBCD-3D18DD6EDF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574988" y="4276549"/>
              <a:ext cx="257811" cy="257811"/>
            </a:xfrm>
            <a:prstGeom prst="rect">
              <a:avLst/>
            </a:prstGeom>
          </p:spPr>
        </p:pic>
        <p:pic>
          <p:nvPicPr>
            <p:cNvPr id="162" name="Graphic 161">
              <a:extLst>
                <a:ext uri="{FF2B5EF4-FFF2-40B4-BE49-F238E27FC236}">
                  <a16:creationId xmlns:a16="http://schemas.microsoft.com/office/drawing/2014/main" id="{025028E1-04C6-05D4-2246-B078E26B8D0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4308" y="3581834"/>
              <a:ext cx="257811" cy="257811"/>
            </a:xfrm>
            <a:prstGeom prst="rect">
              <a:avLst/>
            </a:prstGeom>
          </p:spPr>
        </p:pic>
        <p:pic>
          <p:nvPicPr>
            <p:cNvPr id="163" name="Graphic 162">
              <a:extLst>
                <a:ext uri="{FF2B5EF4-FFF2-40B4-BE49-F238E27FC236}">
                  <a16:creationId xmlns:a16="http://schemas.microsoft.com/office/drawing/2014/main" id="{2EF7165E-A0AF-6E9A-7A68-2A8EB06307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4308" y="3927569"/>
              <a:ext cx="257811" cy="257811"/>
            </a:xfrm>
            <a:prstGeom prst="rect">
              <a:avLst/>
            </a:prstGeom>
          </p:spPr>
        </p:pic>
        <p:pic>
          <p:nvPicPr>
            <p:cNvPr id="164" name="Graphic 163">
              <a:extLst>
                <a:ext uri="{FF2B5EF4-FFF2-40B4-BE49-F238E27FC236}">
                  <a16:creationId xmlns:a16="http://schemas.microsoft.com/office/drawing/2014/main" id="{F71C944C-AFD1-89E8-F70C-1F914742EE3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4308" y="4276549"/>
              <a:ext cx="257811" cy="257811"/>
            </a:xfrm>
            <a:prstGeom prst="rect">
              <a:avLst/>
            </a:prstGeom>
          </p:spPr>
        </p:pic>
        <p:pic>
          <p:nvPicPr>
            <p:cNvPr id="165" name="Graphic 164">
              <a:extLst>
                <a:ext uri="{FF2B5EF4-FFF2-40B4-BE49-F238E27FC236}">
                  <a16:creationId xmlns:a16="http://schemas.microsoft.com/office/drawing/2014/main" id="{3341795E-43D9-34B4-9736-D241DC37D0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23672" y="3581834"/>
              <a:ext cx="257811" cy="257811"/>
            </a:xfrm>
            <a:prstGeom prst="rect">
              <a:avLst/>
            </a:prstGeom>
          </p:spPr>
        </p:pic>
        <p:pic>
          <p:nvPicPr>
            <p:cNvPr id="166" name="Graphic 165">
              <a:extLst>
                <a:ext uri="{FF2B5EF4-FFF2-40B4-BE49-F238E27FC236}">
                  <a16:creationId xmlns:a16="http://schemas.microsoft.com/office/drawing/2014/main" id="{313C80E6-DD69-F395-EE0F-A2B54535F51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4308" y="4605467"/>
              <a:ext cx="257811" cy="257811"/>
            </a:xfrm>
            <a:prstGeom prst="rect">
              <a:avLst/>
            </a:prstGeom>
          </p:spPr>
        </p:pic>
        <p:pic>
          <p:nvPicPr>
            <p:cNvPr id="167" name="Graphic 166">
              <a:extLst>
                <a:ext uri="{FF2B5EF4-FFF2-40B4-BE49-F238E27FC236}">
                  <a16:creationId xmlns:a16="http://schemas.microsoft.com/office/drawing/2014/main" id="{26109658-297E-AEF2-DBFF-C35A28D57A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84308" y="4954447"/>
              <a:ext cx="257811" cy="257811"/>
            </a:xfrm>
            <a:prstGeom prst="rect">
              <a:avLst/>
            </a:prstGeom>
          </p:spPr>
        </p:pic>
      </p:grpSp>
    </p:spTree>
    <p:extLst>
      <p:ext uri="{BB962C8B-B14F-4D97-AF65-F5344CB8AC3E}">
        <p14:creationId xmlns:p14="http://schemas.microsoft.com/office/powerpoint/2010/main" val="170990965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8BB58-F12F-4CA2-83E1-74E85AE73D2C}"/>
              </a:ext>
            </a:extLst>
          </p:cNvPr>
          <p:cNvSpPr>
            <a:spLocks noGrp="1"/>
          </p:cNvSpPr>
          <p:nvPr>
            <p:ph type="title"/>
          </p:nvPr>
        </p:nvSpPr>
        <p:spPr/>
        <p:txBody>
          <a:bodyPr/>
          <a:lstStyle/>
          <a:p>
            <a:r>
              <a:rPr lang="en-US" dirty="0"/>
              <a:t>Colors for dark slides</a:t>
            </a:r>
          </a:p>
        </p:txBody>
      </p:sp>
      <p:sp>
        <p:nvSpPr>
          <p:cNvPr id="3" name="Slide Number Placeholder 2">
            <a:extLst>
              <a:ext uri="{FF2B5EF4-FFF2-40B4-BE49-F238E27FC236}">
                <a16:creationId xmlns:a16="http://schemas.microsoft.com/office/drawing/2014/main" id="{0ADAA6A8-5819-C9B6-CF94-EF79EFC66715}"/>
              </a:ext>
            </a:extLst>
          </p:cNvPr>
          <p:cNvSpPr>
            <a:spLocks noGrp="1"/>
          </p:cNvSpPr>
          <p:nvPr>
            <p:ph type="sldNum" sz="quarter" idx="10"/>
          </p:nvPr>
        </p:nvSpPr>
        <p:spPr/>
        <p:txBody>
          <a:bodyPr/>
          <a:lstStyle/>
          <a:p>
            <a:fld id="{6D22F896-40B5-4ADD-8801-0D06FADFA095}" type="slidenum">
              <a:rPr lang="en-US" smtClean="0"/>
              <a:pPr/>
              <a:t>28</a:t>
            </a:fld>
            <a:endParaRPr lang="en-US"/>
          </a:p>
        </p:txBody>
      </p:sp>
      <p:sp>
        <p:nvSpPr>
          <p:cNvPr id="6" name="Rectangle 5" descr="Purple containing box with the words: Use deep and bold colors that contrast with the white background">
            <a:extLst>
              <a:ext uri="{FF2B5EF4-FFF2-40B4-BE49-F238E27FC236}">
                <a16:creationId xmlns:a16="http://schemas.microsoft.com/office/drawing/2014/main" id="{21C2E153-98F6-B97D-94AF-0A8EEE6B98A5}"/>
              </a:ext>
              <a:ext uri="{C183D7F6-B498-43B3-948B-1728B52AA6E4}">
                <adec:decorative xmlns:adec="http://schemas.microsoft.com/office/drawing/2017/decorative" val="0"/>
              </a:ext>
            </a:extLst>
          </p:cNvPr>
          <p:cNvSpPr/>
          <p:nvPr/>
        </p:nvSpPr>
        <p:spPr>
          <a:xfrm>
            <a:off x="760412" y="2100960"/>
            <a:ext cx="5214599" cy="1385202"/>
          </a:xfrm>
          <a:prstGeom prst="rect">
            <a:avLst/>
          </a:prstGeom>
          <a:solidFill>
            <a:srgbClr val="9F2999"/>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2000">
                <a:solidFill>
                  <a:schemeClr val="bg1"/>
                </a:solidFill>
              </a:rPr>
              <a:t>Use light and bold colors that contrast </a:t>
            </a:r>
            <a:br>
              <a:rPr lang="en-US" sz="2000">
                <a:solidFill>
                  <a:schemeClr val="bg1"/>
                </a:solidFill>
              </a:rPr>
            </a:br>
            <a:r>
              <a:rPr lang="en-US" sz="2000">
                <a:solidFill>
                  <a:schemeClr val="bg1"/>
                </a:solidFill>
              </a:rPr>
              <a:t>with the dark background</a:t>
            </a:r>
          </a:p>
        </p:txBody>
      </p:sp>
      <p:sp>
        <p:nvSpPr>
          <p:cNvPr id="7" name="Rectangle 6" descr="Black containing box with the words: Avoid the paler tones that do not allow enough contrast with the white background">
            <a:extLst>
              <a:ext uri="{FF2B5EF4-FFF2-40B4-BE49-F238E27FC236}">
                <a16:creationId xmlns:a16="http://schemas.microsoft.com/office/drawing/2014/main" id="{000D5D4A-16A9-804C-2812-83937566F39E}"/>
              </a:ext>
              <a:ext uri="{C183D7F6-B498-43B3-948B-1728B52AA6E4}">
                <adec:decorative xmlns:adec="http://schemas.microsoft.com/office/drawing/2017/decorative" val="0"/>
              </a:ext>
            </a:extLst>
          </p:cNvPr>
          <p:cNvSpPr/>
          <p:nvPr/>
        </p:nvSpPr>
        <p:spPr>
          <a:xfrm>
            <a:off x="760412" y="3655449"/>
            <a:ext cx="5214599" cy="138520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r>
              <a:rPr lang="en-US" sz="2000">
                <a:solidFill>
                  <a:schemeClr val="bg1"/>
                </a:solidFill>
              </a:rPr>
              <a:t>Avoid the darker tones that do not allow enough contrast </a:t>
            </a:r>
            <a:r>
              <a:rPr lang="en-US" sz="2000"/>
              <a:t>with the dark background</a:t>
            </a:r>
            <a:endParaRPr lang="en-US" sz="2000">
              <a:solidFill>
                <a:schemeClr val="bg1"/>
              </a:solidFill>
            </a:endParaRPr>
          </a:p>
        </p:txBody>
      </p:sp>
      <p:grpSp>
        <p:nvGrpSpPr>
          <p:cNvPr id="200" name="Group 199" descr="Lenovo theme colors that should not be used on a dark background.">
            <a:extLst>
              <a:ext uri="{FF2B5EF4-FFF2-40B4-BE49-F238E27FC236}">
                <a16:creationId xmlns:a16="http://schemas.microsoft.com/office/drawing/2014/main" id="{C1A62A05-F9CC-6394-370E-FAF2013FAF74}"/>
              </a:ext>
            </a:extLst>
          </p:cNvPr>
          <p:cNvGrpSpPr/>
          <p:nvPr/>
        </p:nvGrpSpPr>
        <p:grpSpPr>
          <a:xfrm>
            <a:off x="6347012" y="1694194"/>
            <a:ext cx="4948517" cy="3753223"/>
            <a:chOff x="6347012" y="1694194"/>
            <a:chExt cx="4948517" cy="3753223"/>
          </a:xfrm>
        </p:grpSpPr>
        <p:sp>
          <p:nvSpPr>
            <p:cNvPr id="32" name="Rectangle 31">
              <a:extLst>
                <a:ext uri="{FF2B5EF4-FFF2-40B4-BE49-F238E27FC236}">
                  <a16:creationId xmlns:a16="http://schemas.microsoft.com/office/drawing/2014/main" id="{C419CA1E-A5E4-3A1F-0616-8D99931A42DE}"/>
                </a:ext>
              </a:extLst>
            </p:cNvPr>
            <p:cNvSpPr/>
            <p:nvPr/>
          </p:nvSpPr>
          <p:spPr>
            <a:xfrm>
              <a:off x="6347012" y="1694194"/>
              <a:ext cx="4948517" cy="3753223"/>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nvGrpSpPr>
            <p:cNvPr id="9" name="Group 8">
              <a:extLst>
                <a:ext uri="{FF2B5EF4-FFF2-40B4-BE49-F238E27FC236}">
                  <a16:creationId xmlns:a16="http://schemas.microsoft.com/office/drawing/2014/main" id="{03DC4980-484A-529A-4BAE-8E01F94D5AB9}"/>
                </a:ext>
              </a:extLst>
            </p:cNvPr>
            <p:cNvGrpSpPr/>
            <p:nvPr/>
          </p:nvGrpSpPr>
          <p:grpSpPr>
            <a:xfrm>
              <a:off x="6640365" y="3289104"/>
              <a:ext cx="339254" cy="1693254"/>
              <a:chOff x="6915765" y="3573780"/>
              <a:chExt cx="304800" cy="1521289"/>
            </a:xfrm>
          </p:grpSpPr>
          <p:sp>
            <p:nvSpPr>
              <p:cNvPr id="139" name="Rectangle 138">
                <a:extLst>
                  <a:ext uri="{FF2B5EF4-FFF2-40B4-BE49-F238E27FC236}">
                    <a16:creationId xmlns:a16="http://schemas.microsoft.com/office/drawing/2014/main" id="{4D5851B8-7330-2D96-FD1E-B5AD5FDCCD16}"/>
                  </a:ext>
                </a:extLst>
              </p:cNvPr>
              <p:cNvSpPr/>
              <p:nvPr/>
            </p:nvSpPr>
            <p:spPr>
              <a:xfrm>
                <a:off x="6915765" y="3573780"/>
                <a:ext cx="304800" cy="304800"/>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40" name="Rectangle 139">
                <a:extLst>
                  <a:ext uri="{FF2B5EF4-FFF2-40B4-BE49-F238E27FC236}">
                    <a16:creationId xmlns:a16="http://schemas.microsoft.com/office/drawing/2014/main" id="{541ECA90-99B8-4A56-F51E-E0177CA763E7}"/>
                  </a:ext>
                </a:extLst>
              </p:cNvPr>
              <p:cNvSpPr/>
              <p:nvPr/>
            </p:nvSpPr>
            <p:spPr>
              <a:xfrm>
                <a:off x="6915765" y="3878580"/>
                <a:ext cx="304800" cy="304800"/>
              </a:xfrm>
              <a:prstGeom prst="rect">
                <a:avLst/>
              </a:prstGeom>
              <a:solidFill>
                <a:schemeClr val="bg1">
                  <a:lumMod val="8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41" name="Rectangle 140">
                <a:extLst>
                  <a:ext uri="{FF2B5EF4-FFF2-40B4-BE49-F238E27FC236}">
                    <a16:creationId xmlns:a16="http://schemas.microsoft.com/office/drawing/2014/main" id="{7A3E985B-B24C-AD6F-5580-600D2F174394}"/>
                  </a:ext>
                </a:extLst>
              </p:cNvPr>
              <p:cNvSpPr/>
              <p:nvPr/>
            </p:nvSpPr>
            <p:spPr>
              <a:xfrm>
                <a:off x="6915765" y="4183380"/>
                <a:ext cx="304800" cy="304800"/>
              </a:xfrm>
              <a:prstGeom prst="rect">
                <a:avLst/>
              </a:prstGeom>
              <a:solidFill>
                <a:schemeClr val="bg1">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42" name="Rectangle 141">
                <a:extLst>
                  <a:ext uri="{FF2B5EF4-FFF2-40B4-BE49-F238E27FC236}">
                    <a16:creationId xmlns:a16="http://schemas.microsoft.com/office/drawing/2014/main" id="{69F55A6D-88EF-C5F6-DDEB-CFD2E17075CB}"/>
                  </a:ext>
                </a:extLst>
              </p:cNvPr>
              <p:cNvSpPr/>
              <p:nvPr/>
            </p:nvSpPr>
            <p:spPr>
              <a:xfrm>
                <a:off x="6915765" y="4485469"/>
                <a:ext cx="304800" cy="304800"/>
              </a:xfrm>
              <a:prstGeom prst="rect">
                <a:avLst/>
              </a:prstGeom>
              <a:solidFill>
                <a:schemeClr val="bg1">
                  <a:lumMod val="6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43" name="Rectangle 142">
                <a:extLst>
                  <a:ext uri="{FF2B5EF4-FFF2-40B4-BE49-F238E27FC236}">
                    <a16:creationId xmlns:a16="http://schemas.microsoft.com/office/drawing/2014/main" id="{E490B75B-DED8-A954-8157-F7C267114B62}"/>
                  </a:ext>
                </a:extLst>
              </p:cNvPr>
              <p:cNvSpPr/>
              <p:nvPr/>
            </p:nvSpPr>
            <p:spPr>
              <a:xfrm>
                <a:off x="6915765" y="4790269"/>
                <a:ext cx="304800" cy="304800"/>
              </a:xfrm>
              <a:prstGeom prst="rect">
                <a:avLst/>
              </a:prstGeom>
              <a:solidFill>
                <a:schemeClr val="bg1">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0" name="Group 9">
              <a:extLst>
                <a:ext uri="{FF2B5EF4-FFF2-40B4-BE49-F238E27FC236}">
                  <a16:creationId xmlns:a16="http://schemas.microsoft.com/office/drawing/2014/main" id="{0CB38CE8-A356-3E76-5D7B-1E7D485330B5}"/>
                </a:ext>
              </a:extLst>
            </p:cNvPr>
            <p:cNvGrpSpPr/>
            <p:nvPr/>
          </p:nvGrpSpPr>
          <p:grpSpPr>
            <a:xfrm>
              <a:off x="7087316" y="3289104"/>
              <a:ext cx="339254" cy="1696271"/>
              <a:chOff x="7310100" y="3573780"/>
              <a:chExt cx="304800" cy="1524000"/>
            </a:xfrm>
          </p:grpSpPr>
          <p:sp>
            <p:nvSpPr>
              <p:cNvPr id="134" name="Rectangle 133">
                <a:extLst>
                  <a:ext uri="{FF2B5EF4-FFF2-40B4-BE49-F238E27FC236}">
                    <a16:creationId xmlns:a16="http://schemas.microsoft.com/office/drawing/2014/main" id="{94274412-A6BB-32F9-8909-1FFD8EEE0946}"/>
                  </a:ext>
                </a:extLst>
              </p:cNvPr>
              <p:cNvSpPr/>
              <p:nvPr/>
            </p:nvSpPr>
            <p:spPr>
              <a:xfrm>
                <a:off x="7310100" y="3573780"/>
                <a:ext cx="304800" cy="304800"/>
              </a:xfrm>
              <a:prstGeom prst="rect">
                <a:avLst/>
              </a:prstGeom>
              <a:solidFill>
                <a:schemeClr val="tx1">
                  <a:lumMod val="50000"/>
                  <a:lumOff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5" name="Rectangle 134">
                <a:extLst>
                  <a:ext uri="{FF2B5EF4-FFF2-40B4-BE49-F238E27FC236}">
                    <a16:creationId xmlns:a16="http://schemas.microsoft.com/office/drawing/2014/main" id="{E4D5B2CB-5693-7B69-90C7-7977FB933962}"/>
                  </a:ext>
                </a:extLst>
              </p:cNvPr>
              <p:cNvSpPr/>
              <p:nvPr/>
            </p:nvSpPr>
            <p:spPr>
              <a:xfrm>
                <a:off x="7310100" y="3878580"/>
                <a:ext cx="304800" cy="304800"/>
              </a:xfrm>
              <a:prstGeom prst="rect">
                <a:avLst/>
              </a:prstGeom>
              <a:solidFill>
                <a:schemeClr val="tx1">
                  <a:lumMod val="65000"/>
                  <a:lumOff val="3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6" name="Rectangle 135">
                <a:extLst>
                  <a:ext uri="{FF2B5EF4-FFF2-40B4-BE49-F238E27FC236}">
                    <a16:creationId xmlns:a16="http://schemas.microsoft.com/office/drawing/2014/main" id="{D544565A-9E17-3C85-638C-6D40B8E99032}"/>
                  </a:ext>
                </a:extLst>
              </p:cNvPr>
              <p:cNvSpPr/>
              <p:nvPr/>
            </p:nvSpPr>
            <p:spPr>
              <a:xfrm>
                <a:off x="7310100" y="4183380"/>
                <a:ext cx="304800" cy="304800"/>
              </a:xfrm>
              <a:prstGeom prst="rect">
                <a:avLst/>
              </a:prstGeom>
              <a:solidFill>
                <a:schemeClr val="tx1">
                  <a:lumMod val="75000"/>
                  <a:lumOff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7" name="Rectangle 136">
                <a:extLst>
                  <a:ext uri="{FF2B5EF4-FFF2-40B4-BE49-F238E27FC236}">
                    <a16:creationId xmlns:a16="http://schemas.microsoft.com/office/drawing/2014/main" id="{6E98D1F6-F310-8CB3-3AFD-5F3CAE5AAD35}"/>
                  </a:ext>
                </a:extLst>
              </p:cNvPr>
              <p:cNvSpPr/>
              <p:nvPr/>
            </p:nvSpPr>
            <p:spPr>
              <a:xfrm>
                <a:off x="7310100" y="4488180"/>
                <a:ext cx="304800" cy="304800"/>
              </a:xfrm>
              <a:prstGeom prst="rect">
                <a:avLst/>
              </a:prstGeom>
              <a:solidFill>
                <a:schemeClr val="tx1">
                  <a:lumMod val="85000"/>
                  <a:lumOff val="1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8" name="Rectangle 137">
                <a:extLst>
                  <a:ext uri="{FF2B5EF4-FFF2-40B4-BE49-F238E27FC236}">
                    <a16:creationId xmlns:a16="http://schemas.microsoft.com/office/drawing/2014/main" id="{14B5CC21-2CA0-BA9B-E170-3F6F1AF5FF03}"/>
                  </a:ext>
                </a:extLst>
              </p:cNvPr>
              <p:cNvSpPr/>
              <p:nvPr/>
            </p:nvSpPr>
            <p:spPr>
              <a:xfrm>
                <a:off x="7310100" y="4792980"/>
                <a:ext cx="304800" cy="304800"/>
              </a:xfrm>
              <a:prstGeom prst="rect">
                <a:avLst/>
              </a:prstGeom>
              <a:solidFill>
                <a:schemeClr val="tx1">
                  <a:lumMod val="95000"/>
                  <a:lumOff val="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1" name="Group 10">
              <a:extLst>
                <a:ext uri="{FF2B5EF4-FFF2-40B4-BE49-F238E27FC236}">
                  <a16:creationId xmlns:a16="http://schemas.microsoft.com/office/drawing/2014/main" id="{3286A46E-DF7A-3C49-6674-04BB3A4BB9B4}"/>
                </a:ext>
              </a:extLst>
            </p:cNvPr>
            <p:cNvGrpSpPr/>
            <p:nvPr/>
          </p:nvGrpSpPr>
          <p:grpSpPr>
            <a:xfrm>
              <a:off x="7534267" y="3289104"/>
              <a:ext cx="339254" cy="1696271"/>
              <a:chOff x="7704435" y="3573780"/>
              <a:chExt cx="304800" cy="1524000"/>
            </a:xfrm>
          </p:grpSpPr>
          <p:sp>
            <p:nvSpPr>
              <p:cNvPr id="129" name="Rectangle 128">
                <a:extLst>
                  <a:ext uri="{FF2B5EF4-FFF2-40B4-BE49-F238E27FC236}">
                    <a16:creationId xmlns:a16="http://schemas.microsoft.com/office/drawing/2014/main" id="{B4C9DA71-0318-C731-A4AB-78D9AFD894D0}"/>
                  </a:ext>
                </a:extLst>
              </p:cNvPr>
              <p:cNvSpPr/>
              <p:nvPr/>
            </p:nvSpPr>
            <p:spPr>
              <a:xfrm>
                <a:off x="7704435" y="3573780"/>
                <a:ext cx="304800" cy="304800"/>
              </a:xfrm>
              <a:prstGeom prst="rect">
                <a:avLst/>
              </a:prstGeom>
              <a:solidFill>
                <a:schemeClr val="bg2">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0" name="Rectangle 129">
                <a:extLst>
                  <a:ext uri="{FF2B5EF4-FFF2-40B4-BE49-F238E27FC236}">
                    <a16:creationId xmlns:a16="http://schemas.microsoft.com/office/drawing/2014/main" id="{1C5E875A-B380-01E4-0711-115F4E2D8767}"/>
                  </a:ext>
                </a:extLst>
              </p:cNvPr>
              <p:cNvSpPr/>
              <p:nvPr/>
            </p:nvSpPr>
            <p:spPr>
              <a:xfrm>
                <a:off x="7704435" y="3878580"/>
                <a:ext cx="304800" cy="304800"/>
              </a:xfrm>
              <a:prstGeom prst="rect">
                <a:avLst/>
              </a:prstGeom>
              <a:solidFill>
                <a:schemeClr val="bg2">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1" name="Rectangle 130">
                <a:extLst>
                  <a:ext uri="{FF2B5EF4-FFF2-40B4-BE49-F238E27FC236}">
                    <a16:creationId xmlns:a16="http://schemas.microsoft.com/office/drawing/2014/main" id="{0001B899-6769-6B41-6759-1B1110FD8913}"/>
                  </a:ext>
                </a:extLst>
              </p:cNvPr>
              <p:cNvSpPr/>
              <p:nvPr/>
            </p:nvSpPr>
            <p:spPr>
              <a:xfrm>
                <a:off x="7704435" y="4183380"/>
                <a:ext cx="304800" cy="304800"/>
              </a:xfrm>
              <a:prstGeom prst="rect">
                <a:avLst/>
              </a:prstGeom>
              <a:solidFill>
                <a:schemeClr val="bg2">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2" name="Rectangle 131">
                <a:extLst>
                  <a:ext uri="{FF2B5EF4-FFF2-40B4-BE49-F238E27FC236}">
                    <a16:creationId xmlns:a16="http://schemas.microsoft.com/office/drawing/2014/main" id="{70AD0218-75DC-F7DA-419F-1B97174167EC}"/>
                  </a:ext>
                </a:extLst>
              </p:cNvPr>
              <p:cNvSpPr/>
              <p:nvPr/>
            </p:nvSpPr>
            <p:spPr>
              <a:xfrm>
                <a:off x="7704435" y="4488180"/>
                <a:ext cx="304800" cy="304800"/>
              </a:xfrm>
              <a:prstGeom prst="rect">
                <a:avLst/>
              </a:prstGeom>
              <a:solidFill>
                <a:schemeClr val="bg2">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33" name="Rectangle 132">
                <a:extLst>
                  <a:ext uri="{FF2B5EF4-FFF2-40B4-BE49-F238E27FC236}">
                    <a16:creationId xmlns:a16="http://schemas.microsoft.com/office/drawing/2014/main" id="{19BB65A9-6E25-6B4C-6984-E6B406E55E32}"/>
                  </a:ext>
                </a:extLst>
              </p:cNvPr>
              <p:cNvSpPr/>
              <p:nvPr/>
            </p:nvSpPr>
            <p:spPr>
              <a:xfrm>
                <a:off x="7704435" y="4792980"/>
                <a:ext cx="304800" cy="304800"/>
              </a:xfrm>
              <a:prstGeom prst="rect">
                <a:avLst/>
              </a:prstGeom>
              <a:solidFill>
                <a:schemeClr val="bg2">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2" name="Group 11">
              <a:extLst>
                <a:ext uri="{FF2B5EF4-FFF2-40B4-BE49-F238E27FC236}">
                  <a16:creationId xmlns:a16="http://schemas.microsoft.com/office/drawing/2014/main" id="{4A840CE1-AC2E-A8F5-D2D0-9B6A75689F5B}"/>
                </a:ext>
              </a:extLst>
            </p:cNvPr>
            <p:cNvGrpSpPr/>
            <p:nvPr/>
          </p:nvGrpSpPr>
          <p:grpSpPr>
            <a:xfrm>
              <a:off x="7981217" y="3289104"/>
              <a:ext cx="339254" cy="1696271"/>
              <a:chOff x="8112105" y="3573780"/>
              <a:chExt cx="304800" cy="1524000"/>
            </a:xfrm>
          </p:grpSpPr>
          <p:sp>
            <p:nvSpPr>
              <p:cNvPr id="124" name="Rectangle 123">
                <a:extLst>
                  <a:ext uri="{FF2B5EF4-FFF2-40B4-BE49-F238E27FC236}">
                    <a16:creationId xmlns:a16="http://schemas.microsoft.com/office/drawing/2014/main" id="{6251C316-9035-463A-4690-ACB00DDA7B49}"/>
                  </a:ext>
                </a:extLst>
              </p:cNvPr>
              <p:cNvSpPr/>
              <p:nvPr/>
            </p:nvSpPr>
            <p:spPr>
              <a:xfrm>
                <a:off x="8112105" y="3573780"/>
                <a:ext cx="304800" cy="304800"/>
              </a:xfrm>
              <a:prstGeom prst="rect">
                <a:avLst/>
              </a:prstGeom>
              <a:solidFill>
                <a:schemeClr val="tx2">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5" name="Rectangle 124">
                <a:extLst>
                  <a:ext uri="{FF2B5EF4-FFF2-40B4-BE49-F238E27FC236}">
                    <a16:creationId xmlns:a16="http://schemas.microsoft.com/office/drawing/2014/main" id="{2B1A6986-BB76-C749-ED93-B521C0CB7F04}"/>
                  </a:ext>
                </a:extLst>
              </p:cNvPr>
              <p:cNvSpPr/>
              <p:nvPr/>
            </p:nvSpPr>
            <p:spPr>
              <a:xfrm>
                <a:off x="8112105" y="3878580"/>
                <a:ext cx="304800" cy="304800"/>
              </a:xfrm>
              <a:prstGeom prst="rect">
                <a:avLst/>
              </a:prstGeom>
              <a:solidFill>
                <a:schemeClr val="tx2">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6" name="Rectangle 125">
                <a:extLst>
                  <a:ext uri="{FF2B5EF4-FFF2-40B4-BE49-F238E27FC236}">
                    <a16:creationId xmlns:a16="http://schemas.microsoft.com/office/drawing/2014/main" id="{01F029A2-FC14-216C-3C2D-5EDF26B5CC50}"/>
                  </a:ext>
                </a:extLst>
              </p:cNvPr>
              <p:cNvSpPr/>
              <p:nvPr/>
            </p:nvSpPr>
            <p:spPr>
              <a:xfrm>
                <a:off x="8112105" y="4183380"/>
                <a:ext cx="304800" cy="304800"/>
              </a:xfrm>
              <a:prstGeom prst="rect">
                <a:avLst/>
              </a:prstGeom>
              <a:solidFill>
                <a:schemeClr val="tx2">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7" name="Rectangle 126">
                <a:extLst>
                  <a:ext uri="{FF2B5EF4-FFF2-40B4-BE49-F238E27FC236}">
                    <a16:creationId xmlns:a16="http://schemas.microsoft.com/office/drawing/2014/main" id="{A07B84F9-8E03-C76C-574A-AE072D42F007}"/>
                  </a:ext>
                </a:extLst>
              </p:cNvPr>
              <p:cNvSpPr/>
              <p:nvPr/>
            </p:nvSpPr>
            <p:spPr>
              <a:xfrm>
                <a:off x="8112105" y="4488180"/>
                <a:ext cx="304800" cy="304800"/>
              </a:xfrm>
              <a:prstGeom prst="rect">
                <a:avLst/>
              </a:prstGeom>
              <a:solidFill>
                <a:schemeClr val="tx2">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8" name="Rectangle 127">
                <a:extLst>
                  <a:ext uri="{FF2B5EF4-FFF2-40B4-BE49-F238E27FC236}">
                    <a16:creationId xmlns:a16="http://schemas.microsoft.com/office/drawing/2014/main" id="{2B44762A-5AF8-B555-6BC6-6B59BBCEFAC1}"/>
                  </a:ext>
                </a:extLst>
              </p:cNvPr>
              <p:cNvSpPr/>
              <p:nvPr/>
            </p:nvSpPr>
            <p:spPr>
              <a:xfrm>
                <a:off x="8112105" y="4792980"/>
                <a:ext cx="304800" cy="304800"/>
              </a:xfrm>
              <a:prstGeom prst="rect">
                <a:avLst/>
              </a:prstGeom>
              <a:solidFill>
                <a:schemeClr val="tx2">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3" name="Group 12">
              <a:extLst>
                <a:ext uri="{FF2B5EF4-FFF2-40B4-BE49-F238E27FC236}">
                  <a16:creationId xmlns:a16="http://schemas.microsoft.com/office/drawing/2014/main" id="{A247AB5F-AAB4-4CF3-30B8-95F8400284BC}"/>
                </a:ext>
              </a:extLst>
            </p:cNvPr>
            <p:cNvGrpSpPr/>
            <p:nvPr/>
          </p:nvGrpSpPr>
          <p:grpSpPr>
            <a:xfrm>
              <a:off x="8428168" y="3289104"/>
              <a:ext cx="339254" cy="1696271"/>
              <a:chOff x="8519775" y="3573780"/>
              <a:chExt cx="304800" cy="1524000"/>
            </a:xfrm>
          </p:grpSpPr>
          <p:sp>
            <p:nvSpPr>
              <p:cNvPr id="119" name="Rectangle 118">
                <a:extLst>
                  <a:ext uri="{FF2B5EF4-FFF2-40B4-BE49-F238E27FC236}">
                    <a16:creationId xmlns:a16="http://schemas.microsoft.com/office/drawing/2014/main" id="{3CF02800-4DC6-9397-7E9C-ECDF40847199}"/>
                  </a:ext>
                </a:extLst>
              </p:cNvPr>
              <p:cNvSpPr/>
              <p:nvPr/>
            </p:nvSpPr>
            <p:spPr>
              <a:xfrm>
                <a:off x="8519775" y="3573780"/>
                <a:ext cx="304800" cy="304800"/>
              </a:xfrm>
              <a:prstGeom prst="rect">
                <a:avLst/>
              </a:prstGeom>
              <a:solidFill>
                <a:schemeClr val="accent1">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0" name="Rectangle 119">
                <a:extLst>
                  <a:ext uri="{FF2B5EF4-FFF2-40B4-BE49-F238E27FC236}">
                    <a16:creationId xmlns:a16="http://schemas.microsoft.com/office/drawing/2014/main" id="{6C1E75BD-7520-CF12-5F99-5D5670784F62}"/>
                  </a:ext>
                </a:extLst>
              </p:cNvPr>
              <p:cNvSpPr/>
              <p:nvPr/>
            </p:nvSpPr>
            <p:spPr>
              <a:xfrm>
                <a:off x="8519775" y="3878580"/>
                <a:ext cx="304800" cy="304800"/>
              </a:xfrm>
              <a:prstGeom prst="rect">
                <a:avLst/>
              </a:prstGeom>
              <a:solidFill>
                <a:schemeClr val="accent1">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1" name="Rectangle 120">
                <a:extLst>
                  <a:ext uri="{FF2B5EF4-FFF2-40B4-BE49-F238E27FC236}">
                    <a16:creationId xmlns:a16="http://schemas.microsoft.com/office/drawing/2014/main" id="{8862E7B1-D10E-620E-946B-325FD9387BF4}"/>
                  </a:ext>
                </a:extLst>
              </p:cNvPr>
              <p:cNvSpPr/>
              <p:nvPr/>
            </p:nvSpPr>
            <p:spPr>
              <a:xfrm>
                <a:off x="8519775" y="4183380"/>
                <a:ext cx="304800" cy="304800"/>
              </a:xfrm>
              <a:prstGeom prst="rect">
                <a:avLst/>
              </a:prstGeom>
              <a:solidFill>
                <a:schemeClr val="accent1">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2" name="Rectangle 121">
                <a:extLst>
                  <a:ext uri="{FF2B5EF4-FFF2-40B4-BE49-F238E27FC236}">
                    <a16:creationId xmlns:a16="http://schemas.microsoft.com/office/drawing/2014/main" id="{0BBD217E-E2A1-3D86-E3A9-1C12891DB3F9}"/>
                  </a:ext>
                </a:extLst>
              </p:cNvPr>
              <p:cNvSpPr/>
              <p:nvPr/>
            </p:nvSpPr>
            <p:spPr>
              <a:xfrm>
                <a:off x="8519775" y="4488180"/>
                <a:ext cx="304800" cy="304800"/>
              </a:xfrm>
              <a:prstGeom prst="rect">
                <a:avLst/>
              </a:prstGeom>
              <a:solidFill>
                <a:schemeClr val="accent1">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23" name="Rectangle 122">
                <a:extLst>
                  <a:ext uri="{FF2B5EF4-FFF2-40B4-BE49-F238E27FC236}">
                    <a16:creationId xmlns:a16="http://schemas.microsoft.com/office/drawing/2014/main" id="{729B0ED6-641B-FB98-8A6A-83EDBE1C44DB}"/>
                  </a:ext>
                </a:extLst>
              </p:cNvPr>
              <p:cNvSpPr/>
              <p:nvPr/>
            </p:nvSpPr>
            <p:spPr>
              <a:xfrm>
                <a:off x="8519775" y="4792980"/>
                <a:ext cx="304800" cy="304800"/>
              </a:xfrm>
              <a:prstGeom prst="rect">
                <a:avLst/>
              </a:prstGeom>
              <a:solidFill>
                <a:schemeClr val="accent1">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4" name="Group 13">
              <a:extLst>
                <a:ext uri="{FF2B5EF4-FFF2-40B4-BE49-F238E27FC236}">
                  <a16:creationId xmlns:a16="http://schemas.microsoft.com/office/drawing/2014/main" id="{EDAD0547-B3AA-C377-FF52-315EF653B014}"/>
                </a:ext>
              </a:extLst>
            </p:cNvPr>
            <p:cNvGrpSpPr/>
            <p:nvPr/>
          </p:nvGrpSpPr>
          <p:grpSpPr>
            <a:xfrm>
              <a:off x="8875119" y="3289104"/>
              <a:ext cx="339254" cy="1696271"/>
              <a:chOff x="8922502" y="3573780"/>
              <a:chExt cx="304800" cy="1524000"/>
            </a:xfrm>
          </p:grpSpPr>
          <p:sp>
            <p:nvSpPr>
              <p:cNvPr id="114" name="Rectangle 113">
                <a:extLst>
                  <a:ext uri="{FF2B5EF4-FFF2-40B4-BE49-F238E27FC236}">
                    <a16:creationId xmlns:a16="http://schemas.microsoft.com/office/drawing/2014/main" id="{5D541DA1-285E-566F-E846-658E019B835A}"/>
                  </a:ext>
                </a:extLst>
              </p:cNvPr>
              <p:cNvSpPr/>
              <p:nvPr/>
            </p:nvSpPr>
            <p:spPr>
              <a:xfrm>
                <a:off x="8922502" y="3573780"/>
                <a:ext cx="304800" cy="304800"/>
              </a:xfrm>
              <a:prstGeom prst="rect">
                <a:avLst/>
              </a:prstGeom>
              <a:solidFill>
                <a:schemeClr val="accent2">
                  <a:lumMod val="20000"/>
                  <a:lumOff val="8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5" name="Rectangle 114">
                <a:extLst>
                  <a:ext uri="{FF2B5EF4-FFF2-40B4-BE49-F238E27FC236}">
                    <a16:creationId xmlns:a16="http://schemas.microsoft.com/office/drawing/2014/main" id="{2EE75B65-4837-721D-4B79-15391315A12D}"/>
                  </a:ext>
                </a:extLst>
              </p:cNvPr>
              <p:cNvSpPr/>
              <p:nvPr/>
            </p:nvSpPr>
            <p:spPr>
              <a:xfrm>
                <a:off x="8922502" y="3878580"/>
                <a:ext cx="304800" cy="304800"/>
              </a:xfrm>
              <a:prstGeom prst="rect">
                <a:avLst/>
              </a:prstGeom>
              <a:solidFill>
                <a:schemeClr val="accent2">
                  <a:lumMod val="40000"/>
                  <a:lumOff val="6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6" name="Rectangle 115">
                <a:extLst>
                  <a:ext uri="{FF2B5EF4-FFF2-40B4-BE49-F238E27FC236}">
                    <a16:creationId xmlns:a16="http://schemas.microsoft.com/office/drawing/2014/main" id="{B4F4DEB3-BD8B-BAC4-9B7E-304081336F59}"/>
                  </a:ext>
                </a:extLst>
              </p:cNvPr>
              <p:cNvSpPr/>
              <p:nvPr/>
            </p:nvSpPr>
            <p:spPr>
              <a:xfrm>
                <a:off x="8922502" y="4183380"/>
                <a:ext cx="304800" cy="304800"/>
              </a:xfrm>
              <a:prstGeom prst="rect">
                <a:avLst/>
              </a:prstGeom>
              <a:solidFill>
                <a:schemeClr val="accent2">
                  <a:lumMod val="60000"/>
                  <a:lumOff val="4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7" name="Rectangle 116">
                <a:extLst>
                  <a:ext uri="{FF2B5EF4-FFF2-40B4-BE49-F238E27FC236}">
                    <a16:creationId xmlns:a16="http://schemas.microsoft.com/office/drawing/2014/main" id="{366012B5-7E27-A344-C4BA-B90668862FB6}"/>
                  </a:ext>
                </a:extLst>
              </p:cNvPr>
              <p:cNvSpPr/>
              <p:nvPr/>
            </p:nvSpPr>
            <p:spPr>
              <a:xfrm>
                <a:off x="8922502" y="4488180"/>
                <a:ext cx="304800" cy="304800"/>
              </a:xfrm>
              <a:prstGeom prst="rect">
                <a:avLst/>
              </a:prstGeom>
              <a:solidFill>
                <a:schemeClr val="accent2">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8" name="Rectangle 117">
                <a:extLst>
                  <a:ext uri="{FF2B5EF4-FFF2-40B4-BE49-F238E27FC236}">
                    <a16:creationId xmlns:a16="http://schemas.microsoft.com/office/drawing/2014/main" id="{00C35BE7-2C83-268F-B4A2-C2E590619B71}"/>
                  </a:ext>
                </a:extLst>
              </p:cNvPr>
              <p:cNvSpPr/>
              <p:nvPr/>
            </p:nvSpPr>
            <p:spPr>
              <a:xfrm>
                <a:off x="8922502" y="4792980"/>
                <a:ext cx="304800" cy="304800"/>
              </a:xfrm>
              <a:prstGeom prst="rect">
                <a:avLst/>
              </a:prstGeom>
              <a:solidFill>
                <a:schemeClr val="accent2">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5" name="Group 14">
              <a:extLst>
                <a:ext uri="{FF2B5EF4-FFF2-40B4-BE49-F238E27FC236}">
                  <a16:creationId xmlns:a16="http://schemas.microsoft.com/office/drawing/2014/main" id="{55A18C92-676B-6762-BF56-53D920A23FC5}"/>
                </a:ext>
              </a:extLst>
            </p:cNvPr>
            <p:cNvGrpSpPr/>
            <p:nvPr/>
          </p:nvGrpSpPr>
          <p:grpSpPr>
            <a:xfrm>
              <a:off x="9322070" y="3289104"/>
              <a:ext cx="339254" cy="1696271"/>
              <a:chOff x="9325229" y="3573780"/>
              <a:chExt cx="304800" cy="1524000"/>
            </a:xfrm>
          </p:grpSpPr>
          <p:sp>
            <p:nvSpPr>
              <p:cNvPr id="109" name="Rectangle 108">
                <a:extLst>
                  <a:ext uri="{FF2B5EF4-FFF2-40B4-BE49-F238E27FC236}">
                    <a16:creationId xmlns:a16="http://schemas.microsoft.com/office/drawing/2014/main" id="{55E30782-45DB-831F-4075-16AF460C129D}"/>
                  </a:ext>
                </a:extLst>
              </p:cNvPr>
              <p:cNvSpPr/>
              <p:nvPr/>
            </p:nvSpPr>
            <p:spPr>
              <a:xfrm>
                <a:off x="9325229" y="3573780"/>
                <a:ext cx="304800" cy="304800"/>
              </a:xfrm>
              <a:prstGeom prst="rect">
                <a:avLst/>
              </a:prstGeom>
              <a:solidFill>
                <a:schemeClr val="accent3">
                  <a:lumMod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0" name="Rectangle 109">
                <a:extLst>
                  <a:ext uri="{FF2B5EF4-FFF2-40B4-BE49-F238E27FC236}">
                    <a16:creationId xmlns:a16="http://schemas.microsoft.com/office/drawing/2014/main" id="{302E2C13-B331-B85B-2D48-A40F090BAA2E}"/>
                  </a:ext>
                </a:extLst>
              </p:cNvPr>
              <p:cNvSpPr/>
              <p:nvPr/>
            </p:nvSpPr>
            <p:spPr>
              <a:xfrm>
                <a:off x="9325229" y="3878580"/>
                <a:ext cx="304800" cy="304800"/>
              </a:xfrm>
              <a:prstGeom prst="rect">
                <a:avLst/>
              </a:prstGeom>
              <a:solidFill>
                <a:schemeClr val="accent3">
                  <a:lumMod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1" name="Rectangle 110">
                <a:extLst>
                  <a:ext uri="{FF2B5EF4-FFF2-40B4-BE49-F238E27FC236}">
                    <a16:creationId xmlns:a16="http://schemas.microsoft.com/office/drawing/2014/main" id="{413EB0F5-29A0-F069-0526-A5273E5D1737}"/>
                  </a:ext>
                </a:extLst>
              </p:cNvPr>
              <p:cNvSpPr/>
              <p:nvPr/>
            </p:nvSpPr>
            <p:spPr>
              <a:xfrm>
                <a:off x="9325229" y="4183380"/>
                <a:ext cx="304800" cy="304800"/>
              </a:xfrm>
              <a:prstGeom prst="rect">
                <a:avLst/>
              </a:prstGeom>
              <a:solidFill>
                <a:schemeClr val="accent3">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2" name="Rectangle 111">
                <a:extLst>
                  <a:ext uri="{FF2B5EF4-FFF2-40B4-BE49-F238E27FC236}">
                    <a16:creationId xmlns:a16="http://schemas.microsoft.com/office/drawing/2014/main" id="{F289E5BB-2DF1-9D86-9BC0-90A4F6938FA4}"/>
                  </a:ext>
                </a:extLst>
              </p:cNvPr>
              <p:cNvSpPr/>
              <p:nvPr/>
            </p:nvSpPr>
            <p:spPr>
              <a:xfrm>
                <a:off x="9325229" y="4488180"/>
                <a:ext cx="304800" cy="304800"/>
              </a:xfrm>
              <a:prstGeom prst="rect">
                <a:avLst/>
              </a:prstGeom>
              <a:solidFill>
                <a:schemeClr val="accent3">
                  <a:lumMod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13" name="Rectangle 112">
                <a:extLst>
                  <a:ext uri="{FF2B5EF4-FFF2-40B4-BE49-F238E27FC236}">
                    <a16:creationId xmlns:a16="http://schemas.microsoft.com/office/drawing/2014/main" id="{A512ABEE-F91E-CDC5-E504-0341F1C8FDDF}"/>
                  </a:ext>
                </a:extLst>
              </p:cNvPr>
              <p:cNvSpPr/>
              <p:nvPr/>
            </p:nvSpPr>
            <p:spPr>
              <a:xfrm>
                <a:off x="9325229" y="4792980"/>
                <a:ext cx="304800" cy="304800"/>
              </a:xfrm>
              <a:prstGeom prst="rect">
                <a:avLst/>
              </a:prstGeom>
              <a:solidFill>
                <a:schemeClr val="accent3">
                  <a:lumMod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6" name="Group 15">
              <a:extLst>
                <a:ext uri="{FF2B5EF4-FFF2-40B4-BE49-F238E27FC236}">
                  <a16:creationId xmlns:a16="http://schemas.microsoft.com/office/drawing/2014/main" id="{B5DD08F5-8E05-764E-D0B8-470D53270FAC}"/>
                </a:ext>
              </a:extLst>
            </p:cNvPr>
            <p:cNvGrpSpPr/>
            <p:nvPr/>
          </p:nvGrpSpPr>
          <p:grpSpPr>
            <a:xfrm>
              <a:off x="9769020" y="3289104"/>
              <a:ext cx="339254" cy="1696271"/>
              <a:chOff x="9728404" y="3573780"/>
              <a:chExt cx="304800" cy="1524000"/>
            </a:xfrm>
          </p:grpSpPr>
          <p:sp>
            <p:nvSpPr>
              <p:cNvPr id="104" name="Rectangle 103">
                <a:extLst>
                  <a:ext uri="{FF2B5EF4-FFF2-40B4-BE49-F238E27FC236}">
                    <a16:creationId xmlns:a16="http://schemas.microsoft.com/office/drawing/2014/main" id="{05D5DD47-2347-56A4-C485-749165E1CBA3}"/>
                  </a:ext>
                </a:extLst>
              </p:cNvPr>
              <p:cNvSpPr/>
              <p:nvPr/>
            </p:nvSpPr>
            <p:spPr>
              <a:xfrm>
                <a:off x="9728404" y="3573780"/>
                <a:ext cx="304800" cy="304800"/>
              </a:xfrm>
              <a:prstGeom prst="rect">
                <a:avLst/>
              </a:prstGeom>
              <a:solidFill>
                <a:schemeClr val="accent4">
                  <a:lumMod val="10000"/>
                  <a:lumOff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5" name="Rectangle 104">
                <a:extLst>
                  <a:ext uri="{FF2B5EF4-FFF2-40B4-BE49-F238E27FC236}">
                    <a16:creationId xmlns:a16="http://schemas.microsoft.com/office/drawing/2014/main" id="{BFCFB758-31D6-0E5A-89AC-0C51313C7C0E}"/>
                  </a:ext>
                </a:extLst>
              </p:cNvPr>
              <p:cNvSpPr/>
              <p:nvPr/>
            </p:nvSpPr>
            <p:spPr>
              <a:xfrm>
                <a:off x="9728404" y="3878580"/>
                <a:ext cx="304800" cy="304800"/>
              </a:xfrm>
              <a:prstGeom prst="rect">
                <a:avLst/>
              </a:prstGeom>
              <a:solidFill>
                <a:schemeClr val="accent4">
                  <a:lumMod val="25000"/>
                  <a:lumOff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6" name="Rectangle 105">
                <a:extLst>
                  <a:ext uri="{FF2B5EF4-FFF2-40B4-BE49-F238E27FC236}">
                    <a16:creationId xmlns:a16="http://schemas.microsoft.com/office/drawing/2014/main" id="{A25713B5-0FA8-5C3E-2554-BD177DBCD12B}"/>
                  </a:ext>
                </a:extLst>
              </p:cNvPr>
              <p:cNvSpPr/>
              <p:nvPr/>
            </p:nvSpPr>
            <p:spPr>
              <a:xfrm>
                <a:off x="9728404" y="4183380"/>
                <a:ext cx="304800" cy="304800"/>
              </a:xfrm>
              <a:prstGeom prst="rect">
                <a:avLst/>
              </a:prstGeom>
              <a:solidFill>
                <a:schemeClr val="accent4">
                  <a:lumMod val="50000"/>
                  <a:lumOff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7" name="Rectangle 106">
                <a:extLst>
                  <a:ext uri="{FF2B5EF4-FFF2-40B4-BE49-F238E27FC236}">
                    <a16:creationId xmlns:a16="http://schemas.microsoft.com/office/drawing/2014/main" id="{92EB2C2F-1F11-A574-569B-30B47382AAC0}"/>
                  </a:ext>
                </a:extLst>
              </p:cNvPr>
              <p:cNvSpPr/>
              <p:nvPr/>
            </p:nvSpPr>
            <p:spPr>
              <a:xfrm>
                <a:off x="9728404" y="4488180"/>
                <a:ext cx="304800" cy="304800"/>
              </a:xfrm>
              <a:prstGeom prst="rect">
                <a:avLst/>
              </a:prstGeom>
              <a:solidFill>
                <a:schemeClr val="accent4">
                  <a:lumMod val="75000"/>
                  <a:lumOff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8" name="Rectangle 107">
                <a:extLst>
                  <a:ext uri="{FF2B5EF4-FFF2-40B4-BE49-F238E27FC236}">
                    <a16:creationId xmlns:a16="http://schemas.microsoft.com/office/drawing/2014/main" id="{4D351104-FD88-5C5D-E88C-01E7E871D43F}"/>
                  </a:ext>
                </a:extLst>
              </p:cNvPr>
              <p:cNvSpPr/>
              <p:nvPr/>
            </p:nvSpPr>
            <p:spPr>
              <a:xfrm>
                <a:off x="9728404" y="4792980"/>
                <a:ext cx="304800" cy="304800"/>
              </a:xfrm>
              <a:prstGeom prst="rect">
                <a:avLst/>
              </a:prstGeom>
              <a:solidFill>
                <a:schemeClr val="accent4">
                  <a:lumMod val="90000"/>
                  <a:lumOff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7" name="Group 16">
              <a:extLst>
                <a:ext uri="{FF2B5EF4-FFF2-40B4-BE49-F238E27FC236}">
                  <a16:creationId xmlns:a16="http://schemas.microsoft.com/office/drawing/2014/main" id="{FD854442-70E2-49B2-79DB-19EA147610F5}"/>
                </a:ext>
              </a:extLst>
            </p:cNvPr>
            <p:cNvGrpSpPr/>
            <p:nvPr/>
          </p:nvGrpSpPr>
          <p:grpSpPr>
            <a:xfrm>
              <a:off x="10215971" y="3289104"/>
              <a:ext cx="339254" cy="1696271"/>
              <a:chOff x="10131579" y="3573780"/>
              <a:chExt cx="304800" cy="1524000"/>
            </a:xfrm>
          </p:grpSpPr>
          <p:sp>
            <p:nvSpPr>
              <p:cNvPr id="99" name="Rectangle 98">
                <a:extLst>
                  <a:ext uri="{FF2B5EF4-FFF2-40B4-BE49-F238E27FC236}">
                    <a16:creationId xmlns:a16="http://schemas.microsoft.com/office/drawing/2014/main" id="{644CC037-6D0A-1C95-7590-F5148F1F796A}"/>
                  </a:ext>
                </a:extLst>
              </p:cNvPr>
              <p:cNvSpPr/>
              <p:nvPr/>
            </p:nvSpPr>
            <p:spPr>
              <a:xfrm>
                <a:off x="10131579" y="3573780"/>
                <a:ext cx="304800" cy="304800"/>
              </a:xfrm>
              <a:prstGeom prst="rect">
                <a:avLst/>
              </a:prstGeom>
              <a:solidFill>
                <a:schemeClr val="accent5">
                  <a:lumMod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0" name="Rectangle 99">
                <a:extLst>
                  <a:ext uri="{FF2B5EF4-FFF2-40B4-BE49-F238E27FC236}">
                    <a16:creationId xmlns:a16="http://schemas.microsoft.com/office/drawing/2014/main" id="{E88EB9FA-B689-D891-5F84-D917297EB01C}"/>
                  </a:ext>
                </a:extLst>
              </p:cNvPr>
              <p:cNvSpPr/>
              <p:nvPr/>
            </p:nvSpPr>
            <p:spPr>
              <a:xfrm>
                <a:off x="10131579" y="3878580"/>
                <a:ext cx="304800" cy="304800"/>
              </a:xfrm>
              <a:prstGeom prst="rect">
                <a:avLst/>
              </a:prstGeom>
              <a:solidFill>
                <a:srgbClr val="7385D8"/>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1" name="Rectangle 100">
                <a:extLst>
                  <a:ext uri="{FF2B5EF4-FFF2-40B4-BE49-F238E27FC236}">
                    <a16:creationId xmlns:a16="http://schemas.microsoft.com/office/drawing/2014/main" id="{0F8DFA77-01CF-ABF0-19E2-B47B4F0972A2}"/>
                  </a:ext>
                </a:extLst>
              </p:cNvPr>
              <p:cNvSpPr/>
              <p:nvPr/>
            </p:nvSpPr>
            <p:spPr>
              <a:xfrm>
                <a:off x="10131579" y="4183380"/>
                <a:ext cx="304800" cy="304800"/>
              </a:xfrm>
              <a:prstGeom prst="rect">
                <a:avLst/>
              </a:prstGeom>
              <a:solidFill>
                <a:schemeClr val="accent5">
                  <a:lumMod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2" name="Rectangle 101">
                <a:extLst>
                  <a:ext uri="{FF2B5EF4-FFF2-40B4-BE49-F238E27FC236}">
                    <a16:creationId xmlns:a16="http://schemas.microsoft.com/office/drawing/2014/main" id="{1E6AA861-59FD-7353-7432-567B207891F7}"/>
                  </a:ext>
                </a:extLst>
              </p:cNvPr>
              <p:cNvSpPr/>
              <p:nvPr/>
            </p:nvSpPr>
            <p:spPr>
              <a:xfrm>
                <a:off x="10131579" y="4488180"/>
                <a:ext cx="304800" cy="304800"/>
              </a:xfrm>
              <a:prstGeom prst="rect">
                <a:avLst/>
              </a:prstGeom>
              <a:solidFill>
                <a:schemeClr val="accent5">
                  <a:lumMod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103" name="Rectangle 102">
                <a:extLst>
                  <a:ext uri="{FF2B5EF4-FFF2-40B4-BE49-F238E27FC236}">
                    <a16:creationId xmlns:a16="http://schemas.microsoft.com/office/drawing/2014/main" id="{90F330BD-9455-FFE7-F8B2-AE9BB864D9E3}"/>
                  </a:ext>
                </a:extLst>
              </p:cNvPr>
              <p:cNvSpPr/>
              <p:nvPr/>
            </p:nvSpPr>
            <p:spPr>
              <a:xfrm>
                <a:off x="10131579" y="4792980"/>
                <a:ext cx="304800" cy="304800"/>
              </a:xfrm>
              <a:prstGeom prst="rect">
                <a:avLst/>
              </a:prstGeom>
              <a:solidFill>
                <a:schemeClr val="accent5">
                  <a:lumMod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grpSp>
          <p:nvGrpSpPr>
            <p:cNvPr id="18" name="Group 17">
              <a:extLst>
                <a:ext uri="{FF2B5EF4-FFF2-40B4-BE49-F238E27FC236}">
                  <a16:creationId xmlns:a16="http://schemas.microsoft.com/office/drawing/2014/main" id="{06B89887-CEA0-79A1-C9BC-5BF25BC68FDB}"/>
                </a:ext>
              </a:extLst>
            </p:cNvPr>
            <p:cNvGrpSpPr/>
            <p:nvPr/>
          </p:nvGrpSpPr>
          <p:grpSpPr>
            <a:xfrm>
              <a:off x="10662922" y="3289104"/>
              <a:ext cx="339254" cy="1696271"/>
              <a:chOff x="10529796" y="3573780"/>
              <a:chExt cx="304800" cy="1524000"/>
            </a:xfrm>
          </p:grpSpPr>
          <p:sp>
            <p:nvSpPr>
              <p:cNvPr id="79" name="Rectangle 78">
                <a:extLst>
                  <a:ext uri="{FF2B5EF4-FFF2-40B4-BE49-F238E27FC236}">
                    <a16:creationId xmlns:a16="http://schemas.microsoft.com/office/drawing/2014/main" id="{BBD9C115-1C5C-952A-43AA-AAE97E24DA1F}"/>
                  </a:ext>
                </a:extLst>
              </p:cNvPr>
              <p:cNvSpPr/>
              <p:nvPr/>
            </p:nvSpPr>
            <p:spPr>
              <a:xfrm>
                <a:off x="10529796" y="3573780"/>
                <a:ext cx="304800" cy="304800"/>
              </a:xfrm>
              <a:prstGeom prst="rect">
                <a:avLst/>
              </a:prstGeom>
              <a:solidFill>
                <a:schemeClr val="accent6">
                  <a:lumMod val="10000"/>
                  <a:lumOff val="9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84" name="Rectangle 83">
                <a:extLst>
                  <a:ext uri="{FF2B5EF4-FFF2-40B4-BE49-F238E27FC236}">
                    <a16:creationId xmlns:a16="http://schemas.microsoft.com/office/drawing/2014/main" id="{4C6904B3-FE64-BE95-8DDE-0D80DB2DFFD8}"/>
                  </a:ext>
                </a:extLst>
              </p:cNvPr>
              <p:cNvSpPr/>
              <p:nvPr/>
            </p:nvSpPr>
            <p:spPr>
              <a:xfrm>
                <a:off x="10529796" y="3878580"/>
                <a:ext cx="304800" cy="304800"/>
              </a:xfrm>
              <a:prstGeom prst="rect">
                <a:avLst/>
              </a:prstGeom>
              <a:solidFill>
                <a:schemeClr val="accent6">
                  <a:lumMod val="25000"/>
                  <a:lumOff val="7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85" name="Rectangle 84">
                <a:extLst>
                  <a:ext uri="{FF2B5EF4-FFF2-40B4-BE49-F238E27FC236}">
                    <a16:creationId xmlns:a16="http://schemas.microsoft.com/office/drawing/2014/main" id="{76FEE085-6AED-1C83-32B5-95C7EBB693F3}"/>
                  </a:ext>
                </a:extLst>
              </p:cNvPr>
              <p:cNvSpPr/>
              <p:nvPr/>
            </p:nvSpPr>
            <p:spPr>
              <a:xfrm>
                <a:off x="10529796" y="4183380"/>
                <a:ext cx="304800" cy="304800"/>
              </a:xfrm>
              <a:prstGeom prst="rect">
                <a:avLst/>
              </a:prstGeom>
              <a:solidFill>
                <a:schemeClr val="accent6">
                  <a:lumMod val="50000"/>
                  <a:lumOff val="5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97" name="Rectangle 96">
                <a:extLst>
                  <a:ext uri="{FF2B5EF4-FFF2-40B4-BE49-F238E27FC236}">
                    <a16:creationId xmlns:a16="http://schemas.microsoft.com/office/drawing/2014/main" id="{F088A5B1-9243-3119-0E65-BA74B1A353EF}"/>
                  </a:ext>
                </a:extLst>
              </p:cNvPr>
              <p:cNvSpPr/>
              <p:nvPr/>
            </p:nvSpPr>
            <p:spPr>
              <a:xfrm>
                <a:off x="10529796" y="4488180"/>
                <a:ext cx="304800" cy="304800"/>
              </a:xfrm>
              <a:prstGeom prst="rect">
                <a:avLst/>
              </a:prstGeom>
              <a:solidFill>
                <a:schemeClr val="accent6">
                  <a:lumMod val="75000"/>
                  <a:lumOff val="2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98" name="Rectangle 97">
                <a:extLst>
                  <a:ext uri="{FF2B5EF4-FFF2-40B4-BE49-F238E27FC236}">
                    <a16:creationId xmlns:a16="http://schemas.microsoft.com/office/drawing/2014/main" id="{3F1C7938-EB25-F787-3D86-4D545DEBEEAA}"/>
                  </a:ext>
                </a:extLst>
              </p:cNvPr>
              <p:cNvSpPr/>
              <p:nvPr/>
            </p:nvSpPr>
            <p:spPr>
              <a:xfrm>
                <a:off x="10529796" y="4792980"/>
                <a:ext cx="304800" cy="304800"/>
              </a:xfrm>
              <a:prstGeom prst="rect">
                <a:avLst/>
              </a:prstGeom>
              <a:solidFill>
                <a:schemeClr val="accent6">
                  <a:lumMod val="90000"/>
                  <a:lumOff val="10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grpSp>
        <p:sp>
          <p:nvSpPr>
            <p:cNvPr id="19" name="Rectangle 18">
              <a:extLst>
                <a:ext uri="{FF2B5EF4-FFF2-40B4-BE49-F238E27FC236}">
                  <a16:creationId xmlns:a16="http://schemas.microsoft.com/office/drawing/2014/main" id="{D131692C-E7F1-2D07-3988-980D392DA8F5}"/>
                </a:ext>
              </a:extLst>
            </p:cNvPr>
            <p:cNvSpPr/>
            <p:nvPr/>
          </p:nvSpPr>
          <p:spPr>
            <a:xfrm>
              <a:off x="6640365" y="2613613"/>
              <a:ext cx="339254" cy="339254"/>
            </a:xfrm>
            <a:prstGeom prst="rect">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0" name="Rectangle 19">
              <a:extLst>
                <a:ext uri="{FF2B5EF4-FFF2-40B4-BE49-F238E27FC236}">
                  <a16:creationId xmlns:a16="http://schemas.microsoft.com/office/drawing/2014/main" id="{C7E8482B-518A-EA0B-640D-23A759C62FBD}"/>
                </a:ext>
              </a:extLst>
            </p:cNvPr>
            <p:cNvSpPr/>
            <p:nvPr/>
          </p:nvSpPr>
          <p:spPr>
            <a:xfrm>
              <a:off x="7087316" y="2613613"/>
              <a:ext cx="339254" cy="339254"/>
            </a:xfrm>
            <a:prstGeom prst="rect">
              <a:avLst/>
            </a:prstGeom>
            <a:solidFill>
              <a:schemeClr val="tx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1" name="Rectangle 20">
              <a:extLst>
                <a:ext uri="{FF2B5EF4-FFF2-40B4-BE49-F238E27FC236}">
                  <a16:creationId xmlns:a16="http://schemas.microsoft.com/office/drawing/2014/main" id="{C37C6A0E-59F1-AEF5-3093-BFE53686DA5B}"/>
                </a:ext>
              </a:extLst>
            </p:cNvPr>
            <p:cNvSpPr/>
            <p:nvPr/>
          </p:nvSpPr>
          <p:spPr>
            <a:xfrm>
              <a:off x="7534267" y="2613613"/>
              <a:ext cx="339254" cy="339254"/>
            </a:xfrm>
            <a:prstGeom prst="rect">
              <a:avLst/>
            </a:prstGeom>
            <a:solidFill>
              <a:schemeClr val="bg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3" name="Rectangle 22">
              <a:extLst>
                <a:ext uri="{FF2B5EF4-FFF2-40B4-BE49-F238E27FC236}">
                  <a16:creationId xmlns:a16="http://schemas.microsoft.com/office/drawing/2014/main" id="{E25A6CD3-BF23-DD17-71B0-07EDD2623C4E}"/>
                </a:ext>
              </a:extLst>
            </p:cNvPr>
            <p:cNvSpPr/>
            <p:nvPr/>
          </p:nvSpPr>
          <p:spPr>
            <a:xfrm>
              <a:off x="7981217" y="2613613"/>
              <a:ext cx="339254" cy="339254"/>
            </a:xfrm>
            <a:prstGeom prst="rect">
              <a:avLst/>
            </a:prstGeom>
            <a:solidFill>
              <a:schemeClr val="tx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4" name="Rectangle 23">
              <a:extLst>
                <a:ext uri="{FF2B5EF4-FFF2-40B4-BE49-F238E27FC236}">
                  <a16:creationId xmlns:a16="http://schemas.microsoft.com/office/drawing/2014/main" id="{760CA36C-17CB-0C4C-F470-B6A0D2B6E895}"/>
                </a:ext>
              </a:extLst>
            </p:cNvPr>
            <p:cNvSpPr/>
            <p:nvPr/>
          </p:nvSpPr>
          <p:spPr>
            <a:xfrm>
              <a:off x="8428168" y="2613613"/>
              <a:ext cx="339254" cy="339254"/>
            </a:xfrm>
            <a:prstGeom prst="rect">
              <a:avLst/>
            </a:prstGeom>
            <a:solidFill>
              <a:schemeClr val="accent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5" name="Rectangle 24">
              <a:extLst>
                <a:ext uri="{FF2B5EF4-FFF2-40B4-BE49-F238E27FC236}">
                  <a16:creationId xmlns:a16="http://schemas.microsoft.com/office/drawing/2014/main" id="{619D3853-5577-FE79-2298-0907597BA2CF}"/>
                </a:ext>
              </a:extLst>
            </p:cNvPr>
            <p:cNvSpPr/>
            <p:nvPr/>
          </p:nvSpPr>
          <p:spPr>
            <a:xfrm>
              <a:off x="8875119" y="2613613"/>
              <a:ext cx="339254" cy="339254"/>
            </a:xfrm>
            <a:prstGeom prst="rect">
              <a:avLst/>
            </a:prstGeom>
            <a:solidFill>
              <a:schemeClr val="accent2"/>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6" name="Rectangle 25">
              <a:extLst>
                <a:ext uri="{FF2B5EF4-FFF2-40B4-BE49-F238E27FC236}">
                  <a16:creationId xmlns:a16="http://schemas.microsoft.com/office/drawing/2014/main" id="{98B585C2-B66A-F62B-23C8-BADE962DB739}"/>
                </a:ext>
              </a:extLst>
            </p:cNvPr>
            <p:cNvSpPr/>
            <p:nvPr/>
          </p:nvSpPr>
          <p:spPr>
            <a:xfrm>
              <a:off x="9322070" y="2613613"/>
              <a:ext cx="339254" cy="339254"/>
            </a:xfrm>
            <a:prstGeom prst="rect">
              <a:avLst/>
            </a:prstGeom>
            <a:solidFill>
              <a:schemeClr val="accent3"/>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7" name="Rectangle 26">
              <a:extLst>
                <a:ext uri="{FF2B5EF4-FFF2-40B4-BE49-F238E27FC236}">
                  <a16:creationId xmlns:a16="http://schemas.microsoft.com/office/drawing/2014/main" id="{839E2B05-EBA0-5321-ADA6-2C96924C1A6B}"/>
                </a:ext>
              </a:extLst>
            </p:cNvPr>
            <p:cNvSpPr/>
            <p:nvPr/>
          </p:nvSpPr>
          <p:spPr>
            <a:xfrm>
              <a:off x="9769020" y="2613613"/>
              <a:ext cx="339254" cy="339254"/>
            </a:xfrm>
            <a:prstGeom prst="rect">
              <a:avLst/>
            </a:prstGeom>
            <a:solidFill>
              <a:schemeClr val="accent4"/>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8" name="Rectangle 27">
              <a:extLst>
                <a:ext uri="{FF2B5EF4-FFF2-40B4-BE49-F238E27FC236}">
                  <a16:creationId xmlns:a16="http://schemas.microsoft.com/office/drawing/2014/main" id="{D942E270-988D-B561-83F9-AA176D1597AA}"/>
                </a:ext>
              </a:extLst>
            </p:cNvPr>
            <p:cNvSpPr/>
            <p:nvPr/>
          </p:nvSpPr>
          <p:spPr>
            <a:xfrm>
              <a:off x="10215971" y="2613613"/>
              <a:ext cx="339254" cy="339254"/>
            </a:xfrm>
            <a:prstGeom prst="rect">
              <a:avLst/>
            </a:prstGeom>
            <a:solidFill>
              <a:schemeClr val="accent5"/>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29" name="Rectangle 28">
              <a:extLst>
                <a:ext uri="{FF2B5EF4-FFF2-40B4-BE49-F238E27FC236}">
                  <a16:creationId xmlns:a16="http://schemas.microsoft.com/office/drawing/2014/main" id="{A25F0A91-4EAF-8FE6-2369-A7BF39F4CCBC}"/>
                </a:ext>
              </a:extLst>
            </p:cNvPr>
            <p:cNvSpPr/>
            <p:nvPr/>
          </p:nvSpPr>
          <p:spPr>
            <a:xfrm>
              <a:off x="10662922" y="2613613"/>
              <a:ext cx="339254" cy="339254"/>
            </a:xfrm>
            <a:prstGeom prst="rect">
              <a:avLst/>
            </a:prstGeom>
            <a:solidFill>
              <a:schemeClr val="accent6"/>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lstStyle/>
            <a:p>
              <a:pPr algn="l"/>
              <a:endParaRPr lang="en-US" sz="1600" err="1">
                <a:solidFill>
                  <a:prstClr val="white"/>
                </a:solidFill>
              </a:endParaRPr>
            </a:p>
          </p:txBody>
        </p:sp>
        <p:sp>
          <p:nvSpPr>
            <p:cNvPr id="30" name="Title 1">
              <a:extLst>
                <a:ext uri="{FF2B5EF4-FFF2-40B4-BE49-F238E27FC236}">
                  <a16:creationId xmlns:a16="http://schemas.microsoft.com/office/drawing/2014/main" id="{21CA0F43-AD77-D2EF-4FBF-796F3DF1BB3B}"/>
                </a:ext>
              </a:extLst>
            </p:cNvPr>
            <p:cNvSpPr txBox="1">
              <a:spLocks/>
            </p:cNvSpPr>
            <p:nvPr/>
          </p:nvSpPr>
          <p:spPr bwMode="gray">
            <a:xfrm>
              <a:off x="6640365" y="2121152"/>
              <a:ext cx="4361811" cy="418576"/>
            </a:xfrm>
            <a:prstGeom prst="rect">
              <a:avLst/>
            </a:prstGeom>
          </p:spPr>
          <p:txBody>
            <a:bodyPr wrap="square" lIns="0" tIns="0" rIns="0" bIns="0" anchor="t" anchorCtr="0">
              <a:noAutofit/>
            </a:bodyPr>
            <a:lstStyle>
              <a:lvl1pPr marL="0" algn="l" defTabSz="1218987" rtl="0" eaLnBrk="1" latinLnBrk="0" hangingPunct="1">
                <a:lnSpc>
                  <a:spcPct val="85000"/>
                </a:lnSpc>
                <a:spcBef>
                  <a:spcPct val="0"/>
                </a:spcBef>
                <a:buNone/>
                <a:tabLst>
                  <a:tab pos="1218987" algn="l"/>
                </a:tabLst>
                <a:defRPr lang="en-US" sz="3200" b="1" kern="1200" cap="none" spc="-150" baseline="0" dirty="0">
                  <a:solidFill>
                    <a:schemeClr val="tx1"/>
                  </a:solidFill>
                  <a:latin typeface="Arial" pitchFamily="34" charset="0"/>
                  <a:ea typeface="+mn-ea"/>
                  <a:cs typeface="Arial" pitchFamily="34" charset="0"/>
                </a:defRPr>
              </a:lvl1pPr>
            </a:lstStyle>
            <a:p>
              <a:r>
                <a:rPr lang="en-US" sz="2400"/>
                <a:t>Theme colors</a:t>
              </a:r>
            </a:p>
          </p:txBody>
        </p:sp>
        <p:pic>
          <p:nvPicPr>
            <p:cNvPr id="36" name="Graphic 35">
              <a:extLst>
                <a:ext uri="{FF2B5EF4-FFF2-40B4-BE49-F238E27FC236}">
                  <a16:creationId xmlns:a16="http://schemas.microsoft.com/office/drawing/2014/main" id="{EDC79EE5-C679-D638-721C-D08FA1472B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3672" y="2654334"/>
              <a:ext cx="257811" cy="257811"/>
            </a:xfrm>
            <a:prstGeom prst="rect">
              <a:avLst/>
            </a:prstGeom>
          </p:spPr>
        </p:pic>
        <p:pic>
          <p:nvPicPr>
            <p:cNvPr id="66" name="Graphic 65">
              <a:extLst>
                <a:ext uri="{FF2B5EF4-FFF2-40B4-BE49-F238E27FC236}">
                  <a16:creationId xmlns:a16="http://schemas.microsoft.com/office/drawing/2014/main" id="{800E218B-D28D-CE8A-1E9A-8BFAAFE78A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6690" y="3667457"/>
              <a:ext cx="257811" cy="257811"/>
            </a:xfrm>
            <a:prstGeom prst="rect">
              <a:avLst/>
            </a:prstGeom>
          </p:spPr>
        </p:pic>
        <p:pic>
          <p:nvPicPr>
            <p:cNvPr id="67" name="Graphic 66">
              <a:extLst>
                <a:ext uri="{FF2B5EF4-FFF2-40B4-BE49-F238E27FC236}">
                  <a16:creationId xmlns:a16="http://schemas.microsoft.com/office/drawing/2014/main" id="{B2E145A1-5D22-E04C-FD5C-4F4B0388412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6690" y="4016437"/>
              <a:ext cx="257811" cy="257811"/>
            </a:xfrm>
            <a:prstGeom prst="rect">
              <a:avLst/>
            </a:prstGeom>
          </p:spPr>
        </p:pic>
        <p:pic>
          <p:nvPicPr>
            <p:cNvPr id="77" name="Graphic 76">
              <a:extLst>
                <a:ext uri="{FF2B5EF4-FFF2-40B4-BE49-F238E27FC236}">
                  <a16:creationId xmlns:a16="http://schemas.microsoft.com/office/drawing/2014/main" id="{7AD76B05-079E-636B-F8A5-84BC6B9B18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6690" y="4345355"/>
              <a:ext cx="257811" cy="257811"/>
            </a:xfrm>
            <a:prstGeom prst="rect">
              <a:avLst/>
            </a:prstGeom>
          </p:spPr>
        </p:pic>
        <p:pic>
          <p:nvPicPr>
            <p:cNvPr id="78" name="Graphic 77">
              <a:extLst>
                <a:ext uri="{FF2B5EF4-FFF2-40B4-BE49-F238E27FC236}">
                  <a16:creationId xmlns:a16="http://schemas.microsoft.com/office/drawing/2014/main" id="{C908D780-71EB-2C7E-9C05-85BC8EEBB47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6690" y="4694335"/>
              <a:ext cx="257811" cy="257811"/>
            </a:xfrm>
            <a:prstGeom prst="rect">
              <a:avLst/>
            </a:prstGeom>
          </p:spPr>
        </p:pic>
        <p:pic>
          <p:nvPicPr>
            <p:cNvPr id="175" name="Graphic 174">
              <a:extLst>
                <a:ext uri="{FF2B5EF4-FFF2-40B4-BE49-F238E27FC236}">
                  <a16:creationId xmlns:a16="http://schemas.microsoft.com/office/drawing/2014/main" id="{F14D86A7-8545-3116-F660-61B70B937D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74987" y="2654334"/>
              <a:ext cx="257811" cy="257811"/>
            </a:xfrm>
            <a:prstGeom prst="rect">
              <a:avLst/>
            </a:prstGeom>
          </p:spPr>
        </p:pic>
        <p:pic>
          <p:nvPicPr>
            <p:cNvPr id="176" name="Graphic 175">
              <a:extLst>
                <a:ext uri="{FF2B5EF4-FFF2-40B4-BE49-F238E27FC236}">
                  <a16:creationId xmlns:a16="http://schemas.microsoft.com/office/drawing/2014/main" id="{D91EDDE7-8C30-EF21-C0A1-613EF76EEC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69383" y="2654334"/>
              <a:ext cx="257811" cy="257811"/>
            </a:xfrm>
            <a:prstGeom prst="rect">
              <a:avLst/>
            </a:prstGeom>
          </p:spPr>
        </p:pic>
        <p:pic>
          <p:nvPicPr>
            <p:cNvPr id="177" name="Graphic 176">
              <a:extLst>
                <a:ext uri="{FF2B5EF4-FFF2-40B4-BE49-F238E27FC236}">
                  <a16:creationId xmlns:a16="http://schemas.microsoft.com/office/drawing/2014/main" id="{0632EAED-D9DC-B996-2BA8-78ED3472E2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16758" y="2654334"/>
              <a:ext cx="257811" cy="257811"/>
            </a:xfrm>
            <a:prstGeom prst="rect">
              <a:avLst/>
            </a:prstGeom>
          </p:spPr>
        </p:pic>
        <p:pic>
          <p:nvPicPr>
            <p:cNvPr id="178" name="Graphic 177">
              <a:extLst>
                <a:ext uri="{FF2B5EF4-FFF2-40B4-BE49-F238E27FC236}">
                  <a16:creationId xmlns:a16="http://schemas.microsoft.com/office/drawing/2014/main" id="{95B36496-DEF3-9513-2670-C8FF451BE7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11515" y="2654334"/>
              <a:ext cx="257811" cy="257811"/>
            </a:xfrm>
            <a:prstGeom prst="rect">
              <a:avLst/>
            </a:prstGeom>
          </p:spPr>
        </p:pic>
        <p:pic>
          <p:nvPicPr>
            <p:cNvPr id="179" name="Graphic 178">
              <a:extLst>
                <a:ext uri="{FF2B5EF4-FFF2-40B4-BE49-F238E27FC236}">
                  <a16:creationId xmlns:a16="http://schemas.microsoft.com/office/drawing/2014/main" id="{2A0F8AF6-499D-414D-994A-31E2CB569B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3643" y="2654334"/>
              <a:ext cx="257811" cy="257811"/>
            </a:xfrm>
            <a:prstGeom prst="rect">
              <a:avLst/>
            </a:prstGeom>
          </p:spPr>
        </p:pic>
        <p:pic>
          <p:nvPicPr>
            <p:cNvPr id="180" name="Graphic 179">
              <a:extLst>
                <a:ext uri="{FF2B5EF4-FFF2-40B4-BE49-F238E27FC236}">
                  <a16:creationId xmlns:a16="http://schemas.microsoft.com/office/drawing/2014/main" id="{62DA13BD-37D6-EF88-C76C-F5017AE75D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74987" y="4345355"/>
              <a:ext cx="257811" cy="257811"/>
            </a:xfrm>
            <a:prstGeom prst="rect">
              <a:avLst/>
            </a:prstGeom>
          </p:spPr>
        </p:pic>
        <p:pic>
          <p:nvPicPr>
            <p:cNvPr id="181" name="Graphic 180">
              <a:extLst>
                <a:ext uri="{FF2B5EF4-FFF2-40B4-BE49-F238E27FC236}">
                  <a16:creationId xmlns:a16="http://schemas.microsoft.com/office/drawing/2014/main" id="{41E07D24-8CB0-581F-9E73-010FD60E25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74987" y="4694335"/>
              <a:ext cx="257811" cy="257811"/>
            </a:xfrm>
            <a:prstGeom prst="rect">
              <a:avLst/>
            </a:prstGeom>
          </p:spPr>
        </p:pic>
        <p:pic>
          <p:nvPicPr>
            <p:cNvPr id="182" name="Graphic 181">
              <a:extLst>
                <a:ext uri="{FF2B5EF4-FFF2-40B4-BE49-F238E27FC236}">
                  <a16:creationId xmlns:a16="http://schemas.microsoft.com/office/drawing/2014/main" id="{D7034F44-4282-9077-C247-937D373CBFA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1939" y="4345355"/>
              <a:ext cx="257811" cy="257811"/>
            </a:xfrm>
            <a:prstGeom prst="rect">
              <a:avLst/>
            </a:prstGeom>
          </p:spPr>
        </p:pic>
        <p:pic>
          <p:nvPicPr>
            <p:cNvPr id="183" name="Graphic 182">
              <a:extLst>
                <a:ext uri="{FF2B5EF4-FFF2-40B4-BE49-F238E27FC236}">
                  <a16:creationId xmlns:a16="http://schemas.microsoft.com/office/drawing/2014/main" id="{29D52DEA-66AC-335E-A52F-9EB6BF3966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21939" y="4694335"/>
              <a:ext cx="257811" cy="257811"/>
            </a:xfrm>
            <a:prstGeom prst="rect">
              <a:avLst/>
            </a:prstGeom>
          </p:spPr>
        </p:pic>
        <p:pic>
          <p:nvPicPr>
            <p:cNvPr id="184" name="Graphic 183">
              <a:extLst>
                <a:ext uri="{FF2B5EF4-FFF2-40B4-BE49-F238E27FC236}">
                  <a16:creationId xmlns:a16="http://schemas.microsoft.com/office/drawing/2014/main" id="{3DD686CF-7852-4259-7FBE-B9DA2B7662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68889" y="4345355"/>
              <a:ext cx="257811" cy="257811"/>
            </a:xfrm>
            <a:prstGeom prst="rect">
              <a:avLst/>
            </a:prstGeom>
          </p:spPr>
        </p:pic>
        <p:pic>
          <p:nvPicPr>
            <p:cNvPr id="185" name="Graphic 184">
              <a:extLst>
                <a:ext uri="{FF2B5EF4-FFF2-40B4-BE49-F238E27FC236}">
                  <a16:creationId xmlns:a16="http://schemas.microsoft.com/office/drawing/2014/main" id="{66380593-C162-B4E1-09D6-D294A6DDDD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68889" y="4694335"/>
              <a:ext cx="257811" cy="257811"/>
            </a:xfrm>
            <a:prstGeom prst="rect">
              <a:avLst/>
            </a:prstGeom>
          </p:spPr>
        </p:pic>
        <p:pic>
          <p:nvPicPr>
            <p:cNvPr id="186" name="Graphic 185">
              <a:extLst>
                <a:ext uri="{FF2B5EF4-FFF2-40B4-BE49-F238E27FC236}">
                  <a16:creationId xmlns:a16="http://schemas.microsoft.com/office/drawing/2014/main" id="{F39251F1-6015-F7D7-6C0A-D0FEDEB7A4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16758" y="4345355"/>
              <a:ext cx="257811" cy="257811"/>
            </a:xfrm>
            <a:prstGeom prst="rect">
              <a:avLst/>
            </a:prstGeom>
          </p:spPr>
        </p:pic>
        <p:pic>
          <p:nvPicPr>
            <p:cNvPr id="187" name="Graphic 186">
              <a:extLst>
                <a:ext uri="{FF2B5EF4-FFF2-40B4-BE49-F238E27FC236}">
                  <a16:creationId xmlns:a16="http://schemas.microsoft.com/office/drawing/2014/main" id="{BB937640-81A1-DFA1-B508-5917D87EF0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16758" y="4694335"/>
              <a:ext cx="257811" cy="257811"/>
            </a:xfrm>
            <a:prstGeom prst="rect">
              <a:avLst/>
            </a:prstGeom>
          </p:spPr>
        </p:pic>
        <p:pic>
          <p:nvPicPr>
            <p:cNvPr id="188" name="Graphic 187">
              <a:extLst>
                <a:ext uri="{FF2B5EF4-FFF2-40B4-BE49-F238E27FC236}">
                  <a16:creationId xmlns:a16="http://schemas.microsoft.com/office/drawing/2014/main" id="{8D51AF06-344E-24BE-579C-5F7D6D8E3F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11515" y="4345355"/>
              <a:ext cx="257811" cy="257811"/>
            </a:xfrm>
            <a:prstGeom prst="rect">
              <a:avLst/>
            </a:prstGeom>
          </p:spPr>
        </p:pic>
        <p:pic>
          <p:nvPicPr>
            <p:cNvPr id="189" name="Graphic 188">
              <a:extLst>
                <a:ext uri="{FF2B5EF4-FFF2-40B4-BE49-F238E27FC236}">
                  <a16:creationId xmlns:a16="http://schemas.microsoft.com/office/drawing/2014/main" id="{654AEE53-423B-D099-E435-789BE6B037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811515" y="4694335"/>
              <a:ext cx="257811" cy="257811"/>
            </a:xfrm>
            <a:prstGeom prst="rect">
              <a:avLst/>
            </a:prstGeom>
          </p:spPr>
        </p:pic>
        <p:pic>
          <p:nvPicPr>
            <p:cNvPr id="190" name="Graphic 189">
              <a:extLst>
                <a:ext uri="{FF2B5EF4-FFF2-40B4-BE49-F238E27FC236}">
                  <a16:creationId xmlns:a16="http://schemas.microsoft.com/office/drawing/2014/main" id="{82C6754B-4111-558E-7A39-D722B251C0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67703" y="4016437"/>
              <a:ext cx="257811" cy="257811"/>
            </a:xfrm>
            <a:prstGeom prst="rect">
              <a:avLst/>
            </a:prstGeom>
          </p:spPr>
        </p:pic>
        <p:pic>
          <p:nvPicPr>
            <p:cNvPr id="191" name="Graphic 190">
              <a:extLst>
                <a:ext uri="{FF2B5EF4-FFF2-40B4-BE49-F238E27FC236}">
                  <a16:creationId xmlns:a16="http://schemas.microsoft.com/office/drawing/2014/main" id="{2F20CADE-069A-DE5D-1968-378E538808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67703" y="4345355"/>
              <a:ext cx="257811" cy="257811"/>
            </a:xfrm>
            <a:prstGeom prst="rect">
              <a:avLst/>
            </a:prstGeom>
          </p:spPr>
        </p:pic>
        <p:pic>
          <p:nvPicPr>
            <p:cNvPr id="192" name="Graphic 191">
              <a:extLst>
                <a:ext uri="{FF2B5EF4-FFF2-40B4-BE49-F238E27FC236}">
                  <a16:creationId xmlns:a16="http://schemas.microsoft.com/office/drawing/2014/main" id="{4A448D70-8087-AE45-5429-6B3A83A23A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67703" y="4694335"/>
              <a:ext cx="257811" cy="257811"/>
            </a:xfrm>
            <a:prstGeom prst="rect">
              <a:avLst/>
            </a:prstGeom>
          </p:spPr>
        </p:pic>
        <p:pic>
          <p:nvPicPr>
            <p:cNvPr id="193" name="Graphic 192">
              <a:extLst>
                <a:ext uri="{FF2B5EF4-FFF2-40B4-BE49-F238E27FC236}">
                  <a16:creationId xmlns:a16="http://schemas.microsoft.com/office/drawing/2014/main" id="{14301648-EAA7-CA17-73F8-B33DD4FF4A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58782" y="4016437"/>
              <a:ext cx="257811" cy="257811"/>
            </a:xfrm>
            <a:prstGeom prst="rect">
              <a:avLst/>
            </a:prstGeom>
          </p:spPr>
        </p:pic>
        <p:pic>
          <p:nvPicPr>
            <p:cNvPr id="194" name="Graphic 193">
              <a:extLst>
                <a:ext uri="{FF2B5EF4-FFF2-40B4-BE49-F238E27FC236}">
                  <a16:creationId xmlns:a16="http://schemas.microsoft.com/office/drawing/2014/main" id="{37D1F6D4-0D78-E2A4-E0BD-6D61CE482E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58782" y="4345355"/>
              <a:ext cx="257811" cy="257811"/>
            </a:xfrm>
            <a:prstGeom prst="rect">
              <a:avLst/>
            </a:prstGeom>
          </p:spPr>
        </p:pic>
        <p:pic>
          <p:nvPicPr>
            <p:cNvPr id="195" name="Graphic 194">
              <a:extLst>
                <a:ext uri="{FF2B5EF4-FFF2-40B4-BE49-F238E27FC236}">
                  <a16:creationId xmlns:a16="http://schemas.microsoft.com/office/drawing/2014/main" id="{DAC5D941-510F-E070-661C-2BF020E0FD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58782" y="4694335"/>
              <a:ext cx="257811" cy="257811"/>
            </a:xfrm>
            <a:prstGeom prst="rect">
              <a:avLst/>
            </a:prstGeom>
          </p:spPr>
        </p:pic>
        <p:pic>
          <p:nvPicPr>
            <p:cNvPr id="196" name="Graphic 195">
              <a:extLst>
                <a:ext uri="{FF2B5EF4-FFF2-40B4-BE49-F238E27FC236}">
                  <a16:creationId xmlns:a16="http://schemas.microsoft.com/office/drawing/2014/main" id="{494DFCB2-1A67-C99A-AE73-BC8DC3577D3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3643" y="4016437"/>
              <a:ext cx="257811" cy="257811"/>
            </a:xfrm>
            <a:prstGeom prst="rect">
              <a:avLst/>
            </a:prstGeom>
          </p:spPr>
        </p:pic>
        <p:pic>
          <p:nvPicPr>
            <p:cNvPr id="197" name="Graphic 196">
              <a:extLst>
                <a:ext uri="{FF2B5EF4-FFF2-40B4-BE49-F238E27FC236}">
                  <a16:creationId xmlns:a16="http://schemas.microsoft.com/office/drawing/2014/main" id="{2BA0FC13-0066-9A99-CD0F-D4668380A1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3643" y="4345355"/>
              <a:ext cx="257811" cy="257811"/>
            </a:xfrm>
            <a:prstGeom prst="rect">
              <a:avLst/>
            </a:prstGeom>
          </p:spPr>
        </p:pic>
        <p:pic>
          <p:nvPicPr>
            <p:cNvPr id="198" name="Graphic 197">
              <a:extLst>
                <a:ext uri="{FF2B5EF4-FFF2-40B4-BE49-F238E27FC236}">
                  <a16:creationId xmlns:a16="http://schemas.microsoft.com/office/drawing/2014/main" id="{F83F2AB2-4929-6CBD-0DAA-71829D231A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703643" y="4694335"/>
              <a:ext cx="257811" cy="257811"/>
            </a:xfrm>
            <a:prstGeom prst="rect">
              <a:avLst/>
            </a:prstGeom>
          </p:spPr>
        </p:pic>
      </p:grpSp>
    </p:spTree>
    <p:extLst>
      <p:ext uri="{BB962C8B-B14F-4D97-AF65-F5344CB8AC3E}">
        <p14:creationId xmlns:p14="http://schemas.microsoft.com/office/powerpoint/2010/main" val="311874632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3F246E-B4CD-41FC-AC06-76EDD8AEE57D}"/>
              </a:ext>
            </a:extLst>
          </p:cNvPr>
          <p:cNvSpPr>
            <a:spLocks noGrp="1"/>
          </p:cNvSpPr>
          <p:nvPr>
            <p:ph type="title" idx="4294967295"/>
          </p:nvPr>
        </p:nvSpPr>
        <p:spPr>
          <a:xfrm>
            <a:off x="10885117" y="6874927"/>
            <a:ext cx="1303707" cy="183489"/>
          </a:xfrm>
          <a:prstGeom prst="rect">
            <a:avLst/>
          </a:prstGeom>
        </p:spPr>
        <p:txBody>
          <a:bodyPr/>
          <a:lstStyle/>
          <a:p>
            <a:pPr algn="r"/>
            <a:r>
              <a:rPr lang="en-US" sz="800" dirty="0">
                <a:solidFill>
                  <a:srgbClr val="E6E6E6"/>
                </a:solidFill>
              </a:rPr>
              <a:t>Thanks</a:t>
            </a:r>
          </a:p>
        </p:txBody>
      </p:sp>
    </p:spTree>
    <p:extLst>
      <p:ext uri="{BB962C8B-B14F-4D97-AF65-F5344CB8AC3E}">
        <p14:creationId xmlns:p14="http://schemas.microsoft.com/office/powerpoint/2010/main" val="4273511970"/>
      </p:ext>
    </p:extLst>
  </p:cSld>
  <p:clrMapOvr>
    <a:masterClrMapping/>
  </p:clrMapOvr>
  <p:transition spd="med"/>
</p:sld>
</file>

<file path=ppt/theme/theme1.xml><?xml version="1.0" encoding="utf-8"?>
<a:theme xmlns:a="http://schemas.openxmlformats.org/drawingml/2006/main" name="Lenovo Master">
  <a:themeElements>
    <a:clrScheme name="OneLenovo">
      <a:dk1>
        <a:srgbClr val="000000"/>
      </a:dk1>
      <a:lt1>
        <a:sysClr val="window" lastClr="FFFFFF"/>
      </a:lt1>
      <a:dk2>
        <a:srgbClr val="F26A52"/>
      </a:dk2>
      <a:lt2>
        <a:srgbClr val="4E444E"/>
      </a:lt2>
      <a:accent1>
        <a:srgbClr val="E1251B"/>
      </a:accent1>
      <a:accent2>
        <a:srgbClr val="871C23"/>
      </a:accent2>
      <a:accent3>
        <a:srgbClr val="D9C1D8"/>
      </a:accent3>
      <a:accent4>
        <a:srgbClr val="4D144A"/>
      </a:accent4>
      <a:accent5>
        <a:srgbClr val="C9D0F0"/>
      </a:accent5>
      <a:accent6>
        <a:srgbClr val="11184F"/>
      </a:accent6>
      <a:hlink>
        <a:srgbClr val="3046AD"/>
      </a:hlink>
      <a:folHlink>
        <a:srgbClr val="3046AD"/>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B8252E"/>
        </a:solidFill>
        <a:ln>
          <a:noFill/>
        </a:ln>
      </a:spPr>
      <a:bodyPr lIns="182880" tIns="182880" rIns="182880" bIns="182880" rtlCol="0" anchor="t"/>
      <a:lstStyle>
        <a:defPPr algn="l">
          <a:defRPr sz="1600" dirty="0" err="1">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800" dirty="0" err="1" smtClean="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Lenovo_Starter-Template" id="{9A54B429-229C-4123-85D2-29B17470329A}" vid="{8D0CBD0B-0936-43CD-A81C-04FCAA3EB8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3b73ac7-1e12-4b09-9289-1753112c225a" xsi:nil="true"/>
    <lcf76f155ced4ddcb4097134ff3c332f xmlns="ed0532e3-46a0-477f-bb9a-f7f256a896d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E959F9E5651AB4CB609EC8D5F8B3CA3" ma:contentTypeVersion="10" ma:contentTypeDescription="Create a new document." ma:contentTypeScope="" ma:versionID="8e033f1ff4f845170b931e34d2a90b89">
  <xsd:schema xmlns:xsd="http://www.w3.org/2001/XMLSchema" xmlns:xs="http://www.w3.org/2001/XMLSchema" xmlns:p="http://schemas.microsoft.com/office/2006/metadata/properties" xmlns:ns2="ed0532e3-46a0-477f-bb9a-f7f256a896d2" xmlns:ns3="b3b73ac7-1e12-4b09-9289-1753112c225a" targetNamespace="http://schemas.microsoft.com/office/2006/metadata/properties" ma:root="true" ma:fieldsID="f9477e97d53b249a84d703395508f41a" ns2:_="" ns3:_="">
    <xsd:import namespace="ed0532e3-46a0-477f-bb9a-f7f256a896d2"/>
    <xsd:import namespace="b3b73ac7-1e12-4b09-9289-1753112c225a"/>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0532e3-46a0-477f-bb9a-f7f256a896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10b2ab70-381d-4de1-873d-678182fc5963"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b73ac7-1e12-4b09-9289-1753112c225a"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a03b2c6c-4439-4ae8-b8dc-cd27eed24605}" ma:internalName="TaxCatchAll" ma:showField="CatchAllData" ma:web="b3b73ac7-1e12-4b09-9289-1753112c225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77F4AA-1638-4FFC-8CD0-B6BBACAE180F}">
  <ds:schemaRefs>
    <ds:schemaRef ds:uri="http://schemas.microsoft.com/sharepoint/v3/contenttype/forms"/>
  </ds:schemaRefs>
</ds:datastoreItem>
</file>

<file path=customXml/itemProps2.xml><?xml version="1.0" encoding="utf-8"?>
<ds:datastoreItem xmlns:ds="http://schemas.openxmlformats.org/officeDocument/2006/customXml" ds:itemID="{BC6CFE95-771C-4802-B140-C778003BEB93}">
  <ds:schemaRefs>
    <ds:schemaRef ds:uri="b888f069-4316-4301-b40e-a42e2759f60d"/>
    <ds:schemaRef ds:uri="http://schemas.microsoft.com/office/2006/documentManagement/types"/>
    <ds:schemaRef ds:uri="fbc213cb-2322-46ee-a57c-56e573321373"/>
    <ds:schemaRef ds:uri="http://purl.org/dc/terms/"/>
    <ds:schemaRef ds:uri="http://schemas.microsoft.com/sharepoint/v3"/>
    <ds:schemaRef ds:uri="http://www.w3.org/XML/1998/namespace"/>
    <ds:schemaRef ds:uri="http://purl.org/dc/dcmitype/"/>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b3b73ac7-1e12-4b09-9289-1753112c225a"/>
    <ds:schemaRef ds:uri="ed0532e3-46a0-477f-bb9a-f7f256a896d2"/>
  </ds:schemaRefs>
</ds:datastoreItem>
</file>

<file path=customXml/itemProps3.xml><?xml version="1.0" encoding="utf-8"?>
<ds:datastoreItem xmlns:ds="http://schemas.openxmlformats.org/officeDocument/2006/customXml" ds:itemID="{41921E50-0B73-4690-A1ED-9D76701499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0532e3-46a0-477f-bb9a-f7f256a896d2"/>
    <ds:schemaRef ds:uri="b3b73ac7-1e12-4b09-9289-1753112c225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Lenovo_Starter-Template</Template>
  <TotalTime>299</TotalTime>
  <Words>1156</Words>
  <Application>Microsoft Office PowerPoint</Application>
  <PresentationFormat>自定义</PresentationFormat>
  <Paragraphs>181</Paragraphs>
  <Slides>29</Slides>
  <Notes>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29</vt:i4>
      </vt:variant>
    </vt:vector>
  </HeadingPairs>
  <TitlesOfParts>
    <vt:vector size="33" baseType="lpstr">
      <vt:lpstr>Arial</vt:lpstr>
      <vt:lpstr>Calibri</vt:lpstr>
      <vt:lpstr>Roboto</vt:lpstr>
      <vt:lpstr>Lenovo Master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Lenovo starter presentation template </vt:lpstr>
      <vt:lpstr>Section header</vt:lpstr>
      <vt:lpstr>Where to find the latest templates</vt:lpstr>
      <vt:lpstr>Getting started</vt:lpstr>
      <vt:lpstr>Slide master layouts</vt:lpstr>
      <vt:lpstr>Template best practices</vt:lpstr>
      <vt:lpstr>Installing theme files</vt:lpstr>
      <vt:lpstr>Update footer with correct information classification</vt:lpstr>
      <vt:lpstr>Restricted presentations</vt:lpstr>
      <vt:lpstr>Titles are Arial, bold, 32 pt, sentence case</vt:lpstr>
      <vt:lpstr>Two column layout</vt:lpstr>
      <vt:lpstr>Color scheme</vt:lpstr>
      <vt:lpstr>Colors for light slides</vt:lpstr>
      <vt:lpstr>Colors for dark slides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Xiaokai XK1 Wan</dc:creator>
  <cp:lastModifiedBy>Xiaokai XK1 Wan</cp:lastModifiedBy>
  <cp:revision>2</cp:revision>
  <dcterms:created xsi:type="dcterms:W3CDTF">2026-07-13T03:16:09Z</dcterms:created>
  <dcterms:modified xsi:type="dcterms:W3CDTF">2026-07-13T08:15:37Z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0x010100CE959F9E5651AB4CB609EC8D5F8B3CA3</vt:lpwstr>
  </property>
</Properties>
</file>